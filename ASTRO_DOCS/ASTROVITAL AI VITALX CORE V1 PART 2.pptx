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232B2-570F-42FE-A35F-928408486453}" v="107" dt="2026-05-07T18:25:02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GOPAL MOHAPATRA" userId="257a73ecd41559ee" providerId="LiveId" clId="{1665CEDD-E3C5-4169-A1D5-EF61A31A9D34}"/>
    <pc:docChg chg="undo custSel addSld delSld modSld sldOrd">
      <pc:chgData name="GOURGOPAL MOHAPATRA" userId="257a73ecd41559ee" providerId="LiveId" clId="{1665CEDD-E3C5-4169-A1D5-EF61A31A9D34}" dt="2026-05-07T18:25:02.331" v="1259"/>
      <pc:docMkLst>
        <pc:docMk/>
      </pc:docMkLst>
      <pc:sldChg chg="addSp delSp modSp mod modAnim">
        <pc:chgData name="GOURGOPAL MOHAPATRA" userId="257a73ecd41559ee" providerId="LiveId" clId="{1665CEDD-E3C5-4169-A1D5-EF61A31A9D34}" dt="2026-05-07T18:20:33.457" v="1217"/>
        <pc:sldMkLst>
          <pc:docMk/>
          <pc:sldMk cId="2208704476" sldId="256"/>
        </pc:sldMkLst>
        <pc:spChg chg="mod">
          <ac:chgData name="GOURGOPAL MOHAPATRA" userId="257a73ecd41559ee" providerId="LiveId" clId="{1665CEDD-E3C5-4169-A1D5-EF61A31A9D34}" dt="2026-05-07T17:07:26.414" v="271" actId="27636"/>
          <ac:spMkLst>
            <pc:docMk/>
            <pc:sldMk cId="2208704476" sldId="256"/>
            <ac:spMk id="2" creationId="{7D87D803-86FA-80EC-8B9C-1D841E325C0E}"/>
          </ac:spMkLst>
        </pc:spChg>
        <pc:spChg chg="mod">
          <ac:chgData name="GOURGOPAL MOHAPATRA" userId="257a73ecd41559ee" providerId="LiveId" clId="{1665CEDD-E3C5-4169-A1D5-EF61A31A9D34}" dt="2026-05-07T17:09:53.781" v="300" actId="20577"/>
          <ac:spMkLst>
            <pc:docMk/>
            <pc:sldMk cId="2208704476" sldId="256"/>
            <ac:spMk id="3" creationId="{F16D23FA-7CA0-AA95-6395-8D7D2CF2B35B}"/>
          </ac:spMkLst>
        </pc:spChg>
        <pc:spChg chg="add mod">
          <ac:chgData name="GOURGOPAL MOHAPATRA" userId="257a73ecd41559ee" providerId="LiveId" clId="{1665CEDD-E3C5-4169-A1D5-EF61A31A9D34}" dt="2026-05-07T17:08:47.035" v="284" actId="14100"/>
          <ac:spMkLst>
            <pc:docMk/>
            <pc:sldMk cId="2208704476" sldId="256"/>
            <ac:spMk id="10" creationId="{919370AB-B71A-4197-C06B-B984B9F69740}"/>
          </ac:spMkLst>
        </pc:spChg>
        <pc:picChg chg="add mod ord">
          <ac:chgData name="GOURGOPAL MOHAPATRA" userId="257a73ecd41559ee" providerId="LiveId" clId="{1665CEDD-E3C5-4169-A1D5-EF61A31A9D34}" dt="2026-05-07T16:56:36.298" v="18" actId="167"/>
          <ac:picMkLst>
            <pc:docMk/>
            <pc:sldMk cId="2208704476" sldId="256"/>
            <ac:picMk id="5" creationId="{B2AFBCD6-E8E1-9C7E-01A0-2359B3776CE4}"/>
          </ac:picMkLst>
        </pc:picChg>
        <pc:picChg chg="add del mod">
          <ac:chgData name="GOURGOPAL MOHAPATRA" userId="257a73ecd41559ee" providerId="LiveId" clId="{1665CEDD-E3C5-4169-A1D5-EF61A31A9D34}" dt="2026-05-07T17:06:28.647" v="250" actId="21"/>
          <ac:picMkLst>
            <pc:docMk/>
            <pc:sldMk cId="2208704476" sldId="256"/>
            <ac:picMk id="7" creationId="{BE5363BB-B919-E65F-4FE5-935AD01AAE5C}"/>
          </ac:picMkLst>
        </pc:picChg>
        <pc:picChg chg="add mod">
          <ac:chgData name="GOURGOPAL MOHAPATRA" userId="257a73ecd41559ee" providerId="LiveId" clId="{1665CEDD-E3C5-4169-A1D5-EF61A31A9D34}" dt="2026-05-07T17:07:43.145" v="274" actId="1076"/>
          <ac:picMkLst>
            <pc:docMk/>
            <pc:sldMk cId="2208704476" sldId="256"/>
            <ac:picMk id="9" creationId="{90EB9602-24E7-67E1-00EA-623482499E20}"/>
          </ac:picMkLst>
        </pc:picChg>
      </pc:sldChg>
      <pc:sldChg chg="add del">
        <pc:chgData name="GOURGOPAL MOHAPATRA" userId="257a73ecd41559ee" providerId="LiveId" clId="{1665CEDD-E3C5-4169-A1D5-EF61A31A9D34}" dt="2026-05-07T17:08:03.939" v="276" actId="2696"/>
        <pc:sldMkLst>
          <pc:docMk/>
          <pc:sldMk cId="2856293032" sldId="257"/>
        </pc:sldMkLst>
      </pc:sldChg>
      <pc:sldChg chg="addSp modSp add mod modAnim">
        <pc:chgData name="GOURGOPAL MOHAPATRA" userId="257a73ecd41559ee" providerId="LiveId" clId="{1665CEDD-E3C5-4169-A1D5-EF61A31A9D34}" dt="2026-05-07T18:25:02.331" v="1259"/>
        <pc:sldMkLst>
          <pc:docMk/>
          <pc:sldMk cId="3788048138" sldId="257"/>
        </pc:sldMkLst>
        <pc:spChg chg="mod">
          <ac:chgData name="GOURGOPAL MOHAPATRA" userId="257a73ecd41559ee" providerId="LiveId" clId="{1665CEDD-E3C5-4169-A1D5-EF61A31A9D34}" dt="2026-05-07T17:11:06.733" v="309" actId="207"/>
          <ac:spMkLst>
            <pc:docMk/>
            <pc:sldMk cId="3788048138" sldId="257"/>
            <ac:spMk id="2" creationId="{A0D610D9-CD0D-B1B5-69DE-1ED35122F60A}"/>
          </ac:spMkLst>
        </pc:spChg>
        <pc:spChg chg="mod">
          <ac:chgData name="GOURGOPAL MOHAPATRA" userId="257a73ecd41559ee" providerId="LiveId" clId="{1665CEDD-E3C5-4169-A1D5-EF61A31A9D34}" dt="2026-05-07T17:12:58.607" v="339" actId="14100"/>
          <ac:spMkLst>
            <pc:docMk/>
            <pc:sldMk cId="3788048138" sldId="257"/>
            <ac:spMk id="3" creationId="{1C7DF79B-5AC0-83AA-1281-A557AF991CE8}"/>
          </ac:spMkLst>
        </pc:spChg>
        <pc:spChg chg="add mod">
          <ac:chgData name="GOURGOPAL MOHAPATRA" userId="257a73ecd41559ee" providerId="LiveId" clId="{1665CEDD-E3C5-4169-A1D5-EF61A31A9D34}" dt="2026-05-07T17:14:50.970" v="351" actId="14100"/>
          <ac:spMkLst>
            <pc:docMk/>
            <pc:sldMk cId="3788048138" sldId="257"/>
            <ac:spMk id="4" creationId="{0D4E01D7-3200-CA73-BCAE-D71E8FECC3F7}"/>
          </ac:spMkLst>
        </pc:spChg>
        <pc:spChg chg="mod">
          <ac:chgData name="GOURGOPAL MOHAPATRA" userId="257a73ecd41559ee" providerId="LiveId" clId="{1665CEDD-E3C5-4169-A1D5-EF61A31A9D34}" dt="2026-05-07T17:10:03.430" v="302" actId="20577"/>
          <ac:spMkLst>
            <pc:docMk/>
            <pc:sldMk cId="3788048138" sldId="257"/>
            <ac:spMk id="10" creationId="{C1822CAD-F5DE-3444-4F91-D50F9563D8A3}"/>
          </ac:spMkLst>
        </pc:spChg>
        <pc:picChg chg="mod">
          <ac:chgData name="GOURGOPAL MOHAPATRA" userId="257a73ecd41559ee" providerId="LiveId" clId="{1665CEDD-E3C5-4169-A1D5-EF61A31A9D34}" dt="2026-05-07T17:09:17.066" v="291" actId="14100"/>
          <ac:picMkLst>
            <pc:docMk/>
            <pc:sldMk cId="3788048138" sldId="257"/>
            <ac:picMk id="9" creationId="{012C6768-A9EA-ACE3-FD42-57A19E514136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1:06.309" v="1222"/>
        <pc:sldMkLst>
          <pc:docMk/>
          <pc:sldMk cId="1306912609" sldId="258"/>
        </pc:sldMkLst>
        <pc:spChg chg="mod">
          <ac:chgData name="GOURGOPAL MOHAPATRA" userId="257a73ecd41559ee" providerId="LiveId" clId="{1665CEDD-E3C5-4169-A1D5-EF61A31A9D34}" dt="2026-05-07T17:16:08.750" v="365" actId="14100"/>
          <ac:spMkLst>
            <pc:docMk/>
            <pc:sldMk cId="1306912609" sldId="258"/>
            <ac:spMk id="2" creationId="{13B8ED19-DC12-6459-C6EF-156D7394CD18}"/>
          </ac:spMkLst>
        </pc:spChg>
        <pc:spChg chg="mod">
          <ac:chgData name="GOURGOPAL MOHAPATRA" userId="257a73ecd41559ee" providerId="LiveId" clId="{1665CEDD-E3C5-4169-A1D5-EF61A31A9D34}" dt="2026-05-07T17:20:33.069" v="396" actId="120"/>
          <ac:spMkLst>
            <pc:docMk/>
            <pc:sldMk cId="1306912609" sldId="258"/>
            <ac:spMk id="3" creationId="{5F131FF0-903C-A6F3-D312-CF8D9F7A6C66}"/>
          </ac:spMkLst>
        </pc:spChg>
        <pc:spChg chg="add del">
          <ac:chgData name="GOURGOPAL MOHAPATRA" userId="257a73ecd41559ee" providerId="LiveId" clId="{1665CEDD-E3C5-4169-A1D5-EF61A31A9D34}" dt="2026-05-07T17:18:27.974" v="387" actId="21"/>
          <ac:spMkLst>
            <pc:docMk/>
            <pc:sldMk cId="1306912609" sldId="258"/>
            <ac:spMk id="7" creationId="{18640B0E-FC77-E08E-124F-E4B783B65802}"/>
          </ac:spMkLst>
        </pc:spChg>
        <pc:spChg chg="mod">
          <ac:chgData name="GOURGOPAL MOHAPATRA" userId="257a73ecd41559ee" providerId="LiveId" clId="{1665CEDD-E3C5-4169-A1D5-EF61A31A9D34}" dt="2026-05-07T17:20:45.401" v="400" actId="20577"/>
          <ac:spMkLst>
            <pc:docMk/>
            <pc:sldMk cId="1306912609" sldId="258"/>
            <ac:spMk id="10" creationId="{109CE28F-0726-8C6C-A744-E17DDF76BF9A}"/>
          </ac:spMkLst>
        </pc:spChg>
        <pc:spChg chg="add del">
          <ac:chgData name="GOURGOPAL MOHAPATRA" userId="257a73ecd41559ee" providerId="LiveId" clId="{1665CEDD-E3C5-4169-A1D5-EF61A31A9D34}" dt="2026-05-07T17:18:39.257" v="390" actId="22"/>
          <ac:spMkLst>
            <pc:docMk/>
            <pc:sldMk cId="1306912609" sldId="258"/>
            <ac:spMk id="11" creationId="{ACD020C1-ABFB-4782-DD86-B26E9E3ED9C3}"/>
          </ac:spMkLst>
        </pc:spChg>
        <pc:picChg chg="add mod">
          <ac:chgData name="GOURGOPAL MOHAPATRA" userId="257a73ecd41559ee" providerId="LiveId" clId="{1665CEDD-E3C5-4169-A1D5-EF61A31A9D34}" dt="2026-05-07T17:20:20.386" v="395" actId="14100"/>
          <ac:picMkLst>
            <pc:docMk/>
            <pc:sldMk cId="1306912609" sldId="258"/>
            <ac:picMk id="13" creationId="{1894F2D7-8A80-9B4D-A491-02D67D55E0FB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1:20.401" v="1225"/>
        <pc:sldMkLst>
          <pc:docMk/>
          <pc:sldMk cId="138187242" sldId="259"/>
        </pc:sldMkLst>
        <pc:spChg chg="mod">
          <ac:chgData name="GOURGOPAL MOHAPATRA" userId="257a73ecd41559ee" providerId="LiveId" clId="{1665CEDD-E3C5-4169-A1D5-EF61A31A9D34}" dt="2026-05-07T17:21:34.883" v="421" actId="27636"/>
          <ac:spMkLst>
            <pc:docMk/>
            <pc:sldMk cId="138187242" sldId="259"/>
            <ac:spMk id="2" creationId="{19EB9292-DF3E-AF2B-C493-FC54627E7F48}"/>
          </ac:spMkLst>
        </pc:spChg>
        <pc:spChg chg="mod">
          <ac:chgData name="GOURGOPAL MOHAPATRA" userId="257a73ecd41559ee" providerId="LiveId" clId="{1665CEDD-E3C5-4169-A1D5-EF61A31A9D34}" dt="2026-05-07T17:22:28.720" v="432" actId="27636"/>
          <ac:spMkLst>
            <pc:docMk/>
            <pc:sldMk cId="138187242" sldId="259"/>
            <ac:spMk id="3" creationId="{769E907B-1AB4-5F43-E86C-9B261892011A}"/>
          </ac:spMkLst>
        </pc:spChg>
        <pc:spChg chg="mod">
          <ac:chgData name="GOURGOPAL MOHAPATRA" userId="257a73ecd41559ee" providerId="LiveId" clId="{1665CEDD-E3C5-4169-A1D5-EF61A31A9D34}" dt="2026-05-07T17:23:38.171" v="440" actId="20577"/>
          <ac:spMkLst>
            <pc:docMk/>
            <pc:sldMk cId="138187242" sldId="259"/>
            <ac:spMk id="10" creationId="{38B9A49F-605C-FF53-B352-AB7A8AE3AF7D}"/>
          </ac:spMkLst>
        </pc:spChg>
        <pc:picChg chg="add mod">
          <ac:chgData name="GOURGOPAL MOHAPATRA" userId="257a73ecd41559ee" providerId="LiveId" clId="{1665CEDD-E3C5-4169-A1D5-EF61A31A9D34}" dt="2026-05-07T17:23:31.718" v="438" actId="1076"/>
          <ac:picMkLst>
            <pc:docMk/>
            <pc:sldMk cId="138187242" sldId="259"/>
            <ac:picMk id="7" creationId="{DDCFE038-542B-4376-B92A-03E06C7CEF58}"/>
          </ac:picMkLst>
        </pc:picChg>
        <pc:picChg chg="del">
          <ac:chgData name="GOURGOPAL MOHAPATRA" userId="257a73ecd41559ee" providerId="LiveId" clId="{1665CEDD-E3C5-4169-A1D5-EF61A31A9D34}" dt="2026-05-07T17:22:34.031" v="433" actId="21"/>
          <ac:picMkLst>
            <pc:docMk/>
            <pc:sldMk cId="138187242" sldId="259"/>
            <ac:picMk id="13" creationId="{BAF36FB8-9821-DB8E-6871-325E0D68DEA1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1:32.799" v="1228"/>
        <pc:sldMkLst>
          <pc:docMk/>
          <pc:sldMk cId="1125235608" sldId="260"/>
        </pc:sldMkLst>
        <pc:spChg chg="mod">
          <ac:chgData name="GOURGOPAL MOHAPATRA" userId="257a73ecd41559ee" providerId="LiveId" clId="{1665CEDD-E3C5-4169-A1D5-EF61A31A9D34}" dt="2026-05-07T17:24:27.708" v="465" actId="14100"/>
          <ac:spMkLst>
            <pc:docMk/>
            <pc:sldMk cId="1125235608" sldId="260"/>
            <ac:spMk id="2" creationId="{CD21CDD4-23D7-3770-74EC-EC5F84210BED}"/>
          </ac:spMkLst>
        </pc:spChg>
        <pc:spChg chg="mod">
          <ac:chgData name="GOURGOPAL MOHAPATRA" userId="257a73ecd41559ee" providerId="LiveId" clId="{1665CEDD-E3C5-4169-A1D5-EF61A31A9D34}" dt="2026-05-07T17:26:00.377" v="482" actId="27636"/>
          <ac:spMkLst>
            <pc:docMk/>
            <pc:sldMk cId="1125235608" sldId="260"/>
            <ac:spMk id="3" creationId="{092B1D7E-6A11-2514-3C2A-7C8379143D3F}"/>
          </ac:spMkLst>
        </pc:spChg>
        <pc:spChg chg="mod">
          <ac:chgData name="GOURGOPAL MOHAPATRA" userId="257a73ecd41559ee" providerId="LiveId" clId="{1665CEDD-E3C5-4169-A1D5-EF61A31A9D34}" dt="2026-05-07T17:27:41.998" v="491" actId="20577"/>
          <ac:spMkLst>
            <pc:docMk/>
            <pc:sldMk cId="1125235608" sldId="260"/>
            <ac:spMk id="10" creationId="{0D4F0D5E-7CDD-64F5-F39E-9E42AAD11CF7}"/>
          </ac:spMkLst>
        </pc:spChg>
        <pc:picChg chg="del">
          <ac:chgData name="GOURGOPAL MOHAPATRA" userId="257a73ecd41559ee" providerId="LiveId" clId="{1665CEDD-E3C5-4169-A1D5-EF61A31A9D34}" dt="2026-05-07T17:25:36.024" v="477" actId="21"/>
          <ac:picMkLst>
            <pc:docMk/>
            <pc:sldMk cId="1125235608" sldId="260"/>
            <ac:picMk id="7" creationId="{E4A772FA-D9EF-5706-3E66-BB054D4CC6A3}"/>
          </ac:picMkLst>
        </pc:picChg>
        <pc:picChg chg="add mod">
          <ac:chgData name="GOURGOPAL MOHAPATRA" userId="257a73ecd41559ee" providerId="LiveId" clId="{1665CEDD-E3C5-4169-A1D5-EF61A31A9D34}" dt="2026-05-07T17:27:33.970" v="489" actId="14100"/>
          <ac:picMkLst>
            <pc:docMk/>
            <pc:sldMk cId="1125235608" sldId="260"/>
            <ac:picMk id="8" creationId="{CD2AB870-C8A3-0AC9-EE19-BB9118EA33E3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2:00.530" v="1231"/>
        <pc:sldMkLst>
          <pc:docMk/>
          <pc:sldMk cId="3156565968" sldId="261"/>
        </pc:sldMkLst>
        <pc:spChg chg="mod">
          <ac:chgData name="GOURGOPAL MOHAPATRA" userId="257a73ecd41559ee" providerId="LiveId" clId="{1665CEDD-E3C5-4169-A1D5-EF61A31A9D34}" dt="2026-05-07T17:30:10.241" v="531" actId="20577"/>
          <ac:spMkLst>
            <pc:docMk/>
            <pc:sldMk cId="3156565968" sldId="261"/>
            <ac:spMk id="2" creationId="{56E06780-B330-A70A-AB13-E525FAB36029}"/>
          </ac:spMkLst>
        </pc:spChg>
        <pc:spChg chg="mod">
          <ac:chgData name="GOURGOPAL MOHAPATRA" userId="257a73ecd41559ee" providerId="LiveId" clId="{1665CEDD-E3C5-4169-A1D5-EF61A31A9D34}" dt="2026-05-07T17:29:03.153" v="521" actId="27636"/>
          <ac:spMkLst>
            <pc:docMk/>
            <pc:sldMk cId="3156565968" sldId="261"/>
            <ac:spMk id="3" creationId="{2D87DBF1-20F5-A60B-91CE-ACD7CD042B4E}"/>
          </ac:spMkLst>
        </pc:spChg>
        <pc:spChg chg="mod">
          <ac:chgData name="GOURGOPAL MOHAPATRA" userId="257a73ecd41559ee" providerId="LiveId" clId="{1665CEDD-E3C5-4169-A1D5-EF61A31A9D34}" dt="2026-05-07T17:29:45.334" v="530" actId="20577"/>
          <ac:spMkLst>
            <pc:docMk/>
            <pc:sldMk cId="3156565968" sldId="261"/>
            <ac:spMk id="10" creationId="{93F30D26-B117-FC57-5411-F56925ABB8F6}"/>
          </ac:spMkLst>
        </pc:spChg>
        <pc:picChg chg="add mod">
          <ac:chgData name="GOURGOPAL MOHAPATRA" userId="257a73ecd41559ee" providerId="LiveId" clId="{1665CEDD-E3C5-4169-A1D5-EF61A31A9D34}" dt="2026-05-07T17:29:42.245" v="528" actId="14100"/>
          <ac:picMkLst>
            <pc:docMk/>
            <pc:sldMk cId="3156565968" sldId="261"/>
            <ac:picMk id="7" creationId="{599B4CE9-8051-2798-94F6-7DC2D790EFAE}"/>
          </ac:picMkLst>
        </pc:picChg>
        <pc:picChg chg="del">
          <ac:chgData name="GOURGOPAL MOHAPATRA" userId="257a73ecd41559ee" providerId="LiveId" clId="{1665CEDD-E3C5-4169-A1D5-EF61A31A9D34}" dt="2026-05-07T17:29:07.394" v="522" actId="21"/>
          <ac:picMkLst>
            <pc:docMk/>
            <pc:sldMk cId="3156565968" sldId="261"/>
            <ac:picMk id="8" creationId="{E866710C-4A18-6D99-17BC-C02F6060BBBD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2:21.399" v="1234"/>
        <pc:sldMkLst>
          <pc:docMk/>
          <pc:sldMk cId="2989129002" sldId="262"/>
        </pc:sldMkLst>
        <pc:spChg chg="mod">
          <ac:chgData name="GOURGOPAL MOHAPATRA" userId="257a73ecd41559ee" providerId="LiveId" clId="{1665CEDD-E3C5-4169-A1D5-EF61A31A9D34}" dt="2026-05-07T17:30:25.083" v="536" actId="27636"/>
          <ac:spMkLst>
            <pc:docMk/>
            <pc:sldMk cId="2989129002" sldId="262"/>
            <ac:spMk id="2" creationId="{72E8F808-8C6E-2BA1-3DF6-A3035132E00A}"/>
          </ac:spMkLst>
        </pc:spChg>
        <pc:spChg chg="mod">
          <ac:chgData name="GOURGOPAL MOHAPATRA" userId="257a73ecd41559ee" providerId="LiveId" clId="{1665CEDD-E3C5-4169-A1D5-EF61A31A9D34}" dt="2026-05-07T17:31:11.778" v="547" actId="27636"/>
          <ac:spMkLst>
            <pc:docMk/>
            <pc:sldMk cId="2989129002" sldId="262"/>
            <ac:spMk id="3" creationId="{2F5D2D65-18F0-8637-F441-CED9DA1BC8F8}"/>
          </ac:spMkLst>
        </pc:spChg>
        <pc:spChg chg="mod">
          <ac:chgData name="GOURGOPAL MOHAPATRA" userId="257a73ecd41559ee" providerId="LiveId" clId="{1665CEDD-E3C5-4169-A1D5-EF61A31A9D34}" dt="2026-05-07T17:32:48.788" v="560" actId="20577"/>
          <ac:spMkLst>
            <pc:docMk/>
            <pc:sldMk cId="2989129002" sldId="262"/>
            <ac:spMk id="10" creationId="{CD923897-9B4A-95AE-3A03-CEB848426B0B}"/>
          </ac:spMkLst>
        </pc:spChg>
        <pc:picChg chg="add del mod">
          <ac:chgData name="GOURGOPAL MOHAPATRA" userId="257a73ecd41559ee" providerId="LiveId" clId="{1665CEDD-E3C5-4169-A1D5-EF61A31A9D34}" dt="2026-05-07T17:31:56.977" v="550" actId="21"/>
          <ac:picMkLst>
            <pc:docMk/>
            <pc:sldMk cId="2989129002" sldId="262"/>
            <ac:picMk id="6" creationId="{E6FD7BDB-F114-23D5-2470-57437414233D}"/>
          </ac:picMkLst>
        </pc:picChg>
        <pc:picChg chg="del">
          <ac:chgData name="GOURGOPAL MOHAPATRA" userId="257a73ecd41559ee" providerId="LiveId" clId="{1665CEDD-E3C5-4169-A1D5-EF61A31A9D34}" dt="2026-05-07T17:31:53.334" v="548" actId="21"/>
          <ac:picMkLst>
            <pc:docMk/>
            <pc:sldMk cId="2989129002" sldId="262"/>
            <ac:picMk id="7" creationId="{E6FD7BDB-F114-23D5-2470-57437414233D}"/>
          </ac:picMkLst>
        </pc:picChg>
        <pc:picChg chg="add mod">
          <ac:chgData name="GOURGOPAL MOHAPATRA" userId="257a73ecd41559ee" providerId="LiveId" clId="{1665CEDD-E3C5-4169-A1D5-EF61A31A9D34}" dt="2026-05-07T17:32:33.785" v="558" actId="1076"/>
          <ac:picMkLst>
            <pc:docMk/>
            <pc:sldMk cId="2989129002" sldId="262"/>
            <ac:picMk id="11" creationId="{B3BECFB1-C99F-F191-4DA5-76AB0F15DA27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2:34.135" v="1237"/>
        <pc:sldMkLst>
          <pc:docMk/>
          <pc:sldMk cId="20976242" sldId="263"/>
        </pc:sldMkLst>
        <pc:spChg chg="mod">
          <ac:chgData name="GOURGOPAL MOHAPATRA" userId="257a73ecd41559ee" providerId="LiveId" clId="{1665CEDD-E3C5-4169-A1D5-EF61A31A9D34}" dt="2026-05-07T17:32:56.652" v="569" actId="27636"/>
          <ac:spMkLst>
            <pc:docMk/>
            <pc:sldMk cId="20976242" sldId="263"/>
            <ac:spMk id="2" creationId="{D3729F3C-A7D3-19F0-D7D4-FD486A33FAD3}"/>
          </ac:spMkLst>
        </pc:spChg>
        <pc:spChg chg="mod">
          <ac:chgData name="GOURGOPAL MOHAPATRA" userId="257a73ecd41559ee" providerId="LiveId" clId="{1665CEDD-E3C5-4169-A1D5-EF61A31A9D34}" dt="2026-05-07T17:33:54.699" v="587" actId="20577"/>
          <ac:spMkLst>
            <pc:docMk/>
            <pc:sldMk cId="20976242" sldId="263"/>
            <ac:spMk id="3" creationId="{E3309CF5-46CE-D0FE-DDC2-B60219BD2251}"/>
          </ac:spMkLst>
        </pc:spChg>
        <pc:spChg chg="mod">
          <ac:chgData name="GOURGOPAL MOHAPATRA" userId="257a73ecd41559ee" providerId="LiveId" clId="{1665CEDD-E3C5-4169-A1D5-EF61A31A9D34}" dt="2026-05-07T17:40:28.155" v="597" actId="20577"/>
          <ac:spMkLst>
            <pc:docMk/>
            <pc:sldMk cId="20976242" sldId="263"/>
            <ac:spMk id="10" creationId="{47D62912-4BB2-DBBB-B69D-4F7249D7C9A0}"/>
          </ac:spMkLst>
        </pc:spChg>
        <pc:picChg chg="add mod">
          <ac:chgData name="GOURGOPAL MOHAPATRA" userId="257a73ecd41559ee" providerId="LiveId" clId="{1665CEDD-E3C5-4169-A1D5-EF61A31A9D34}" dt="2026-05-07T17:40:14.773" v="595" actId="1076"/>
          <ac:picMkLst>
            <pc:docMk/>
            <pc:sldMk cId="20976242" sldId="263"/>
            <ac:picMk id="7" creationId="{DC4A6BDA-78DD-B364-A3AC-414957ABFC05}"/>
          </ac:picMkLst>
        </pc:picChg>
        <pc:picChg chg="del">
          <ac:chgData name="GOURGOPAL MOHAPATRA" userId="257a73ecd41559ee" providerId="LiveId" clId="{1665CEDD-E3C5-4169-A1D5-EF61A31A9D34}" dt="2026-05-07T17:34:00.911" v="588" actId="21"/>
          <ac:picMkLst>
            <pc:docMk/>
            <pc:sldMk cId="20976242" sldId="263"/>
            <ac:picMk id="11" creationId="{C757C813-73F5-06AD-06A7-390BFFC56E62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3:15.459" v="1246"/>
        <pc:sldMkLst>
          <pc:docMk/>
          <pc:sldMk cId="343688061" sldId="264"/>
        </pc:sldMkLst>
        <pc:spChg chg="mod">
          <ac:chgData name="GOURGOPAL MOHAPATRA" userId="257a73ecd41559ee" providerId="LiveId" clId="{1665CEDD-E3C5-4169-A1D5-EF61A31A9D34}" dt="2026-05-07T17:56:32.951" v="780" actId="115"/>
          <ac:spMkLst>
            <pc:docMk/>
            <pc:sldMk cId="343688061" sldId="264"/>
            <ac:spMk id="2" creationId="{92A4FE64-C69D-94DE-B01D-BDE52D31242E}"/>
          </ac:spMkLst>
        </pc:spChg>
        <pc:spChg chg="mod">
          <ac:chgData name="GOURGOPAL MOHAPATRA" userId="257a73ecd41559ee" providerId="LiveId" clId="{1665CEDD-E3C5-4169-A1D5-EF61A31A9D34}" dt="2026-05-07T17:42:19.336" v="633" actId="5793"/>
          <ac:spMkLst>
            <pc:docMk/>
            <pc:sldMk cId="343688061" sldId="264"/>
            <ac:spMk id="3" creationId="{4A82CC9D-F1A5-55E9-1322-C39514BE9BBE}"/>
          </ac:spMkLst>
        </pc:spChg>
        <pc:spChg chg="mod">
          <ac:chgData name="GOURGOPAL MOHAPATRA" userId="257a73ecd41559ee" providerId="LiveId" clId="{1665CEDD-E3C5-4169-A1D5-EF61A31A9D34}" dt="2026-05-07T17:48:12.811" v="651" actId="20577"/>
          <ac:spMkLst>
            <pc:docMk/>
            <pc:sldMk cId="343688061" sldId="264"/>
            <ac:spMk id="10" creationId="{CA7EEAC7-4B41-4DA7-F26B-2A77663CF5A2}"/>
          </ac:spMkLst>
        </pc:spChg>
        <pc:picChg chg="del">
          <ac:chgData name="GOURGOPAL MOHAPATRA" userId="257a73ecd41559ee" providerId="LiveId" clId="{1665CEDD-E3C5-4169-A1D5-EF61A31A9D34}" dt="2026-05-07T17:42:13.187" v="630" actId="21"/>
          <ac:picMkLst>
            <pc:docMk/>
            <pc:sldMk cId="343688061" sldId="264"/>
            <ac:picMk id="7" creationId="{540F2EEE-6898-AF39-623D-E36D7D773DD3}"/>
          </ac:picMkLst>
        </pc:picChg>
        <pc:picChg chg="add mod">
          <ac:chgData name="GOURGOPAL MOHAPATRA" userId="257a73ecd41559ee" providerId="LiveId" clId="{1665CEDD-E3C5-4169-A1D5-EF61A31A9D34}" dt="2026-05-07T17:48:07.311" v="649" actId="1076"/>
          <ac:picMkLst>
            <pc:docMk/>
            <pc:sldMk cId="343688061" sldId="264"/>
            <ac:picMk id="8" creationId="{05BFE6B2-E374-E148-BE69-18C402CA1BE9}"/>
          </ac:picMkLst>
        </pc:picChg>
      </pc:sldChg>
      <pc:sldChg chg="addSp delSp modSp add mod ord modAnim">
        <pc:chgData name="GOURGOPAL MOHAPATRA" userId="257a73ecd41559ee" providerId="LiveId" clId="{1665CEDD-E3C5-4169-A1D5-EF61A31A9D34}" dt="2026-05-07T18:23:36.856" v="1248"/>
        <pc:sldMkLst>
          <pc:docMk/>
          <pc:sldMk cId="3579928902" sldId="265"/>
        </pc:sldMkLst>
        <pc:spChg chg="mod">
          <ac:chgData name="GOURGOPAL MOHAPATRA" userId="257a73ecd41559ee" providerId="LiveId" clId="{1665CEDD-E3C5-4169-A1D5-EF61A31A9D34}" dt="2026-05-07T17:56:24.689" v="779" actId="115"/>
          <ac:spMkLst>
            <pc:docMk/>
            <pc:sldMk cId="3579928902" sldId="265"/>
            <ac:spMk id="2" creationId="{3E91B74C-21A6-B11E-A793-C58E1058AC32}"/>
          </ac:spMkLst>
        </pc:spChg>
        <pc:spChg chg="mod">
          <ac:chgData name="GOURGOPAL MOHAPATRA" userId="257a73ecd41559ee" providerId="LiveId" clId="{1665CEDD-E3C5-4169-A1D5-EF61A31A9D34}" dt="2026-05-07T17:49:23.197" v="697" actId="27636"/>
          <ac:spMkLst>
            <pc:docMk/>
            <pc:sldMk cId="3579928902" sldId="265"/>
            <ac:spMk id="3" creationId="{C23DE0F4-534C-EFE1-DAC6-ECB71CBE647F}"/>
          </ac:spMkLst>
        </pc:spChg>
        <pc:spChg chg="mod">
          <ac:chgData name="GOURGOPAL MOHAPATRA" userId="257a73ecd41559ee" providerId="LiveId" clId="{1665CEDD-E3C5-4169-A1D5-EF61A31A9D34}" dt="2026-05-07T17:54:51.020" v="745" actId="20577"/>
          <ac:spMkLst>
            <pc:docMk/>
            <pc:sldMk cId="3579928902" sldId="265"/>
            <ac:spMk id="10" creationId="{31C772D5-E18E-0D6B-D563-E65F08618B6F}"/>
          </ac:spMkLst>
        </pc:spChg>
        <pc:graphicFrameChg chg="add del modGraphic">
          <ac:chgData name="GOURGOPAL MOHAPATRA" userId="257a73ecd41559ee" providerId="LiveId" clId="{1665CEDD-E3C5-4169-A1D5-EF61A31A9D34}" dt="2026-05-07T17:50:16.190" v="699" actId="21"/>
          <ac:graphicFrameMkLst>
            <pc:docMk/>
            <pc:sldMk cId="3579928902" sldId="265"/>
            <ac:graphicFrameMk id="6" creationId="{8DEF5824-F2CF-2DA1-DF81-847D7F2C4ACD}"/>
          </ac:graphicFrameMkLst>
        </pc:graphicFrameChg>
        <pc:graphicFrameChg chg="add mod modGraphic">
          <ac:chgData name="GOURGOPAL MOHAPATRA" userId="257a73ecd41559ee" providerId="LiveId" clId="{1665CEDD-E3C5-4169-A1D5-EF61A31A9D34}" dt="2026-05-07T17:54:43.029" v="741" actId="12269"/>
          <ac:graphicFrameMkLst>
            <pc:docMk/>
            <pc:sldMk cId="3579928902" sldId="265"/>
            <ac:graphicFrameMk id="8" creationId="{06CC5D96-39CC-9046-7542-09C076ECA23B}"/>
          </ac:graphicFrameMkLst>
        </pc:graphicFrameChg>
        <pc:picChg chg="del">
          <ac:chgData name="GOURGOPAL MOHAPATRA" userId="257a73ecd41559ee" providerId="LiveId" clId="{1665CEDD-E3C5-4169-A1D5-EF61A31A9D34}" dt="2026-05-07T17:49:19.963" v="695" actId="21"/>
          <ac:picMkLst>
            <pc:docMk/>
            <pc:sldMk cId="3579928902" sldId="265"/>
            <ac:picMk id="7" creationId="{5AB181EC-BA23-4ED9-58B9-3A717D294A32}"/>
          </ac:picMkLst>
        </pc:picChg>
      </pc:sldChg>
      <pc:sldChg chg="addSp delSp modSp add mod modAnim">
        <pc:chgData name="GOURGOPAL MOHAPATRA" userId="257a73ecd41559ee" providerId="LiveId" clId="{1665CEDD-E3C5-4169-A1D5-EF61A31A9D34}" dt="2026-05-07T18:24:03.450" v="1250"/>
        <pc:sldMkLst>
          <pc:docMk/>
          <pc:sldMk cId="1061526970" sldId="266"/>
        </pc:sldMkLst>
        <pc:spChg chg="mod">
          <ac:chgData name="GOURGOPAL MOHAPATRA" userId="257a73ecd41559ee" providerId="LiveId" clId="{1665CEDD-E3C5-4169-A1D5-EF61A31A9D34}" dt="2026-05-07T18:07:28.483" v="892" actId="14100"/>
          <ac:spMkLst>
            <pc:docMk/>
            <pc:sldMk cId="1061526970" sldId="266"/>
            <ac:spMk id="2" creationId="{A0776516-D75F-D1E0-CDA7-0CE80656AA32}"/>
          </ac:spMkLst>
        </pc:spChg>
        <pc:spChg chg="mod">
          <ac:chgData name="GOURGOPAL MOHAPATRA" userId="257a73ecd41559ee" providerId="LiveId" clId="{1665CEDD-E3C5-4169-A1D5-EF61A31A9D34}" dt="2026-05-07T18:07:56.711" v="897" actId="20577"/>
          <ac:spMkLst>
            <pc:docMk/>
            <pc:sldMk cId="1061526970" sldId="266"/>
            <ac:spMk id="10" creationId="{A42FD3AB-47C2-20D1-76CD-F7F0956AC48A}"/>
          </ac:spMkLst>
        </pc:spChg>
        <pc:graphicFrameChg chg="add del mod">
          <ac:chgData name="GOURGOPAL MOHAPATRA" userId="257a73ecd41559ee" providerId="LiveId" clId="{1665CEDD-E3C5-4169-A1D5-EF61A31A9D34}" dt="2026-05-07T18:01:17.902" v="792" actId="3680"/>
          <ac:graphicFrameMkLst>
            <pc:docMk/>
            <pc:sldMk cId="1061526970" sldId="266"/>
            <ac:graphicFrameMk id="6" creationId="{182E3478-6A6F-C8BF-57AB-B816448BB452}"/>
          </ac:graphicFrameMkLst>
        </pc:graphicFrameChg>
        <pc:graphicFrameChg chg="add mod modGraphic">
          <ac:chgData name="GOURGOPAL MOHAPATRA" userId="257a73ecd41559ee" providerId="LiveId" clId="{1665CEDD-E3C5-4169-A1D5-EF61A31A9D34}" dt="2026-05-07T18:07:48.166" v="895" actId="14100"/>
          <ac:graphicFrameMkLst>
            <pc:docMk/>
            <pc:sldMk cId="1061526970" sldId="266"/>
            <ac:graphicFrameMk id="7" creationId="{A846D6AD-CA7D-AF28-9D27-F8855A06710E}"/>
          </ac:graphicFrameMkLst>
        </pc:graphicFrameChg>
        <pc:graphicFrameChg chg="del mod">
          <ac:chgData name="GOURGOPAL MOHAPATRA" userId="257a73ecd41559ee" providerId="LiveId" clId="{1665CEDD-E3C5-4169-A1D5-EF61A31A9D34}" dt="2026-05-07T17:57:19.185" v="787" actId="21"/>
          <ac:graphicFrameMkLst>
            <pc:docMk/>
            <pc:sldMk cId="1061526970" sldId="266"/>
            <ac:graphicFrameMk id="8" creationId="{3C753550-D766-4524-FCB7-959F80359CFB}"/>
          </ac:graphicFrameMkLst>
        </pc:graphicFrameChg>
      </pc:sldChg>
      <pc:sldChg chg="addSp delSp modSp add mod modAnim">
        <pc:chgData name="GOURGOPAL MOHAPATRA" userId="257a73ecd41559ee" providerId="LiveId" clId="{1665CEDD-E3C5-4169-A1D5-EF61A31A9D34}" dt="2026-05-07T18:24:19.404" v="1253"/>
        <pc:sldMkLst>
          <pc:docMk/>
          <pc:sldMk cId="1640515181" sldId="267"/>
        </pc:sldMkLst>
        <pc:spChg chg="mod">
          <ac:chgData name="GOURGOPAL MOHAPATRA" userId="257a73ecd41559ee" providerId="LiveId" clId="{1665CEDD-E3C5-4169-A1D5-EF61A31A9D34}" dt="2026-05-07T18:08:49.025" v="909" actId="27636"/>
          <ac:spMkLst>
            <pc:docMk/>
            <pc:sldMk cId="1640515181" sldId="267"/>
            <ac:spMk id="2" creationId="{28248760-B7DE-B2E4-244A-9863C28246B2}"/>
          </ac:spMkLst>
        </pc:spChg>
        <pc:spChg chg="mod">
          <ac:chgData name="GOURGOPAL MOHAPATRA" userId="257a73ecd41559ee" providerId="LiveId" clId="{1665CEDD-E3C5-4169-A1D5-EF61A31A9D34}" dt="2026-05-07T18:09:35.430" v="916" actId="20577"/>
          <ac:spMkLst>
            <pc:docMk/>
            <pc:sldMk cId="1640515181" sldId="267"/>
            <ac:spMk id="3" creationId="{9629DEB9-967E-3E91-9DA4-ACCA46CF3368}"/>
          </ac:spMkLst>
        </pc:spChg>
        <pc:spChg chg="mod">
          <ac:chgData name="GOURGOPAL MOHAPATRA" userId="257a73ecd41559ee" providerId="LiveId" clId="{1665CEDD-E3C5-4169-A1D5-EF61A31A9D34}" dt="2026-05-07T18:11:24.256" v="925" actId="20577"/>
          <ac:spMkLst>
            <pc:docMk/>
            <pc:sldMk cId="1640515181" sldId="267"/>
            <ac:spMk id="10" creationId="{2BA40775-73F7-F8F2-1C80-7B4C5A17C41E}"/>
          </ac:spMkLst>
        </pc:spChg>
        <pc:graphicFrameChg chg="del">
          <ac:chgData name="GOURGOPAL MOHAPATRA" userId="257a73ecd41559ee" providerId="LiveId" clId="{1665CEDD-E3C5-4169-A1D5-EF61A31A9D34}" dt="2026-05-07T18:08:11.597" v="899" actId="21"/>
          <ac:graphicFrameMkLst>
            <pc:docMk/>
            <pc:sldMk cId="1640515181" sldId="267"/>
            <ac:graphicFrameMk id="7" creationId="{78E7B4FD-9831-1908-90AD-E94D033BF17D}"/>
          </ac:graphicFrameMkLst>
        </pc:graphicFrameChg>
        <pc:picChg chg="add mod">
          <ac:chgData name="GOURGOPAL MOHAPATRA" userId="257a73ecd41559ee" providerId="LiveId" clId="{1665CEDD-E3C5-4169-A1D5-EF61A31A9D34}" dt="2026-05-07T18:10:09.892" v="922" actId="14100"/>
          <ac:picMkLst>
            <pc:docMk/>
            <pc:sldMk cId="1640515181" sldId="267"/>
            <ac:picMk id="8" creationId="{A105B4D5-3145-2033-F268-2EC2B875143A}"/>
          </ac:picMkLst>
        </pc:picChg>
      </pc:sldChg>
      <pc:sldChg chg="delSp modSp add mod modAnim">
        <pc:chgData name="GOURGOPAL MOHAPATRA" userId="257a73ecd41559ee" providerId="LiveId" clId="{1665CEDD-E3C5-4169-A1D5-EF61A31A9D34}" dt="2026-05-07T18:24:30.860" v="1255"/>
        <pc:sldMkLst>
          <pc:docMk/>
          <pc:sldMk cId="3653029516" sldId="268"/>
        </pc:sldMkLst>
        <pc:spChg chg="mod">
          <ac:chgData name="GOURGOPAL MOHAPATRA" userId="257a73ecd41559ee" providerId="LiveId" clId="{1665CEDD-E3C5-4169-A1D5-EF61A31A9D34}" dt="2026-05-07T18:12:35.537" v="954" actId="14100"/>
          <ac:spMkLst>
            <pc:docMk/>
            <pc:sldMk cId="3653029516" sldId="268"/>
            <ac:spMk id="2" creationId="{60466862-931C-B081-AD07-0B52C4BA0A98}"/>
          </ac:spMkLst>
        </pc:spChg>
        <pc:spChg chg="mod">
          <ac:chgData name="GOURGOPAL MOHAPATRA" userId="257a73ecd41559ee" providerId="LiveId" clId="{1665CEDD-E3C5-4169-A1D5-EF61A31A9D34}" dt="2026-05-07T18:15:08.980" v="1025" actId="122"/>
          <ac:spMkLst>
            <pc:docMk/>
            <pc:sldMk cId="3653029516" sldId="268"/>
            <ac:spMk id="3" creationId="{3027DA6F-441F-AA6F-72C2-442D6EA86481}"/>
          </ac:spMkLst>
        </pc:spChg>
        <pc:spChg chg="mod">
          <ac:chgData name="GOURGOPAL MOHAPATRA" userId="257a73ecd41559ee" providerId="LiveId" clId="{1665CEDD-E3C5-4169-A1D5-EF61A31A9D34}" dt="2026-05-07T18:15:19.198" v="1027" actId="20577"/>
          <ac:spMkLst>
            <pc:docMk/>
            <pc:sldMk cId="3653029516" sldId="268"/>
            <ac:spMk id="10" creationId="{3E09E785-9C29-6B5C-0A86-2EDCAD51269B}"/>
          </ac:spMkLst>
        </pc:spChg>
        <pc:picChg chg="del">
          <ac:chgData name="GOURGOPAL MOHAPATRA" userId="257a73ecd41559ee" providerId="LiveId" clId="{1665CEDD-E3C5-4169-A1D5-EF61A31A9D34}" dt="2026-05-07T18:11:42.294" v="926" actId="21"/>
          <ac:picMkLst>
            <pc:docMk/>
            <pc:sldMk cId="3653029516" sldId="268"/>
            <ac:picMk id="8" creationId="{7F42C8F5-D36B-E5D2-5AC2-00AC61C2B3DA}"/>
          </ac:picMkLst>
        </pc:picChg>
      </pc:sldChg>
      <pc:sldChg chg="addSp modSp add mod modAnim">
        <pc:chgData name="GOURGOPAL MOHAPATRA" userId="257a73ecd41559ee" providerId="LiveId" clId="{1665CEDD-E3C5-4169-A1D5-EF61A31A9D34}" dt="2026-05-07T18:24:50.780" v="1258"/>
        <pc:sldMkLst>
          <pc:docMk/>
          <pc:sldMk cId="108393129" sldId="269"/>
        </pc:sldMkLst>
        <pc:spChg chg="mod">
          <ac:chgData name="GOURGOPAL MOHAPATRA" userId="257a73ecd41559ee" providerId="LiveId" clId="{1665CEDD-E3C5-4169-A1D5-EF61A31A9D34}" dt="2026-05-07T18:15:37.353" v="1052" actId="20577"/>
          <ac:spMkLst>
            <pc:docMk/>
            <pc:sldMk cId="108393129" sldId="269"/>
            <ac:spMk id="2" creationId="{514ADE9F-3465-1FFF-F713-83EB48BE2F10}"/>
          </ac:spMkLst>
        </pc:spChg>
        <pc:spChg chg="mod">
          <ac:chgData name="GOURGOPAL MOHAPATRA" userId="257a73ecd41559ee" providerId="LiveId" clId="{1665CEDD-E3C5-4169-A1D5-EF61A31A9D34}" dt="2026-05-07T18:17:41.393" v="1160" actId="14100"/>
          <ac:spMkLst>
            <pc:docMk/>
            <pc:sldMk cId="108393129" sldId="269"/>
            <ac:spMk id="3" creationId="{C7CB71BC-D731-F7B4-BBCF-A4A22330D863}"/>
          </ac:spMkLst>
        </pc:spChg>
        <pc:spChg chg="add mod">
          <ac:chgData name="GOURGOPAL MOHAPATRA" userId="257a73ecd41559ee" providerId="LiveId" clId="{1665CEDD-E3C5-4169-A1D5-EF61A31A9D34}" dt="2026-05-07T18:19:57.448" v="1213" actId="14100"/>
          <ac:spMkLst>
            <pc:docMk/>
            <pc:sldMk cId="108393129" sldId="269"/>
            <ac:spMk id="6" creationId="{CFD8AB41-362B-F29A-AF34-CE235E05E791}"/>
          </ac:spMkLst>
        </pc:spChg>
        <pc:spChg chg="mod">
          <ac:chgData name="GOURGOPAL MOHAPATRA" userId="257a73ecd41559ee" providerId="LiveId" clId="{1665CEDD-E3C5-4169-A1D5-EF61A31A9D34}" dt="2026-05-07T18:19:10.493" v="1205" actId="20577"/>
          <ac:spMkLst>
            <pc:docMk/>
            <pc:sldMk cId="108393129" sldId="269"/>
            <ac:spMk id="10" creationId="{98D21367-84DB-AF54-6EC6-BE3ED099430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1FA1E9-0DF9-4F69-8B91-9A68917B935C}" type="doc">
      <dgm:prSet loTypeId="urn:microsoft.com/office/officeart/2005/8/layout/chevron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F44C1B0-16F8-4F65-B95F-58A22D7590D8}">
      <dgm:prSet phldrT="[Text]"/>
      <dgm:spPr/>
      <dgm:t>
        <a:bodyPr/>
        <a:lstStyle/>
        <a:p>
          <a:pPr>
            <a:buNone/>
          </a:pPr>
          <a:r>
            <a:rPr lang="en-IN" dirty="0" err="1"/>
            <a:t>Pixxel</a:t>
          </a:r>
          <a:r>
            <a:rPr lang="en-IN" dirty="0"/>
            <a:t> / </a:t>
          </a:r>
          <a:r>
            <a:rPr lang="en-IN" dirty="0" err="1"/>
            <a:t>GalaxEye</a:t>
          </a:r>
          <a:r>
            <a:rPr lang="en-IN" dirty="0"/>
            <a:t>:</a:t>
          </a:r>
        </a:p>
      </dgm:t>
    </dgm:pt>
    <dgm:pt modelId="{9A495F61-B1DA-45A5-8B8B-DB347474D60F}" type="parTrans" cxnId="{8D9E894C-2CF4-42FB-8816-AC096CE61D14}">
      <dgm:prSet/>
      <dgm:spPr/>
      <dgm:t>
        <a:bodyPr/>
        <a:lstStyle/>
        <a:p>
          <a:endParaRPr lang="en-IN"/>
        </a:p>
      </dgm:t>
    </dgm:pt>
    <dgm:pt modelId="{CB00DFC6-846A-4EF2-89E9-25C7DCCC8C07}" type="sibTrans" cxnId="{8D9E894C-2CF4-42FB-8816-AC096CE61D14}">
      <dgm:prSet/>
      <dgm:spPr/>
      <dgm:t>
        <a:bodyPr/>
        <a:lstStyle/>
        <a:p>
          <a:endParaRPr lang="en-IN"/>
        </a:p>
      </dgm:t>
    </dgm:pt>
    <dgm:pt modelId="{CDD8E773-4415-4001-9472-B5362EE9BF6F}">
      <dgm:prSet phldrT="[Text]"/>
      <dgm:spPr/>
      <dgm:t>
        <a:bodyPr/>
        <a:lstStyle/>
        <a:p>
          <a:pPr>
            <a:buNone/>
          </a:pPr>
          <a:r>
            <a:rPr lang="en-IN" dirty="0"/>
            <a:t>Remote sensing + health data</a:t>
          </a:r>
        </a:p>
      </dgm:t>
    </dgm:pt>
    <dgm:pt modelId="{E500AC3F-D279-4EC5-8957-706EEC2F420C}" type="parTrans" cxnId="{11D0826B-F831-443C-8993-E84116F3BD29}">
      <dgm:prSet/>
      <dgm:spPr/>
      <dgm:t>
        <a:bodyPr/>
        <a:lstStyle/>
        <a:p>
          <a:endParaRPr lang="en-IN"/>
        </a:p>
      </dgm:t>
    </dgm:pt>
    <dgm:pt modelId="{C0332EF9-F426-4BCD-B5F3-A16A299914A0}" type="sibTrans" cxnId="{11D0826B-F831-443C-8993-E84116F3BD29}">
      <dgm:prSet/>
      <dgm:spPr/>
      <dgm:t>
        <a:bodyPr/>
        <a:lstStyle/>
        <a:p>
          <a:endParaRPr lang="en-IN"/>
        </a:p>
      </dgm:t>
    </dgm:pt>
    <dgm:pt modelId="{A7EFF8F2-9E33-4C6D-8C0C-2177C84AF2C6}">
      <dgm:prSet phldrT="[Text]"/>
      <dgm:spPr/>
      <dgm:t>
        <a:bodyPr/>
        <a:lstStyle/>
        <a:p>
          <a:pPr>
            <a:buNone/>
          </a:pPr>
          <a:r>
            <a:rPr lang="en-GB" dirty="0"/>
            <a:t>V3 NEURALBEAT targets satellite health</a:t>
          </a:r>
          <a:endParaRPr lang="en-IN" dirty="0"/>
        </a:p>
      </dgm:t>
    </dgm:pt>
    <dgm:pt modelId="{50336A98-BA33-4376-87DE-67620CA61027}" type="parTrans" cxnId="{EA392984-CAA4-42B3-9136-F31F78FD923B}">
      <dgm:prSet/>
      <dgm:spPr/>
      <dgm:t>
        <a:bodyPr/>
        <a:lstStyle/>
        <a:p>
          <a:endParaRPr lang="en-IN"/>
        </a:p>
      </dgm:t>
    </dgm:pt>
    <dgm:pt modelId="{66A3D6C5-44D6-4749-B1C0-E75AF9B66F01}" type="sibTrans" cxnId="{EA392984-CAA4-42B3-9136-F31F78FD923B}">
      <dgm:prSet/>
      <dgm:spPr/>
      <dgm:t>
        <a:bodyPr/>
        <a:lstStyle/>
        <a:p>
          <a:endParaRPr lang="en-IN"/>
        </a:p>
      </dgm:t>
    </dgm:pt>
    <dgm:pt modelId="{98D35628-7DA6-4BAF-8E1E-70C47551F7B8}">
      <dgm:prSet phldrT="[Text]"/>
      <dgm:spPr/>
      <dgm:t>
        <a:bodyPr/>
        <a:lstStyle/>
        <a:p>
          <a:pPr>
            <a:buNone/>
          </a:pPr>
          <a:r>
            <a:rPr lang="en-IN" dirty="0" err="1"/>
            <a:t>Skyroot</a:t>
          </a:r>
          <a:r>
            <a:rPr lang="en-IN" dirty="0"/>
            <a:t> / </a:t>
          </a:r>
          <a:r>
            <a:rPr lang="en-IN" dirty="0" err="1"/>
            <a:t>Agnikul</a:t>
          </a:r>
          <a:r>
            <a:rPr lang="en-IN" dirty="0"/>
            <a:t>:</a:t>
          </a:r>
        </a:p>
      </dgm:t>
    </dgm:pt>
    <dgm:pt modelId="{A82CBBBD-BD62-4B32-9F89-A5D467A18037}" type="parTrans" cxnId="{8C77DD8C-34C3-4291-82B3-A7930802FFC2}">
      <dgm:prSet/>
      <dgm:spPr/>
      <dgm:t>
        <a:bodyPr/>
        <a:lstStyle/>
        <a:p>
          <a:endParaRPr lang="en-IN"/>
        </a:p>
      </dgm:t>
    </dgm:pt>
    <dgm:pt modelId="{FD6F9663-89AA-47A2-80AC-FCC05170A96A}" type="sibTrans" cxnId="{8C77DD8C-34C3-4291-82B3-A7930802FFC2}">
      <dgm:prSet/>
      <dgm:spPr/>
      <dgm:t>
        <a:bodyPr/>
        <a:lstStyle/>
        <a:p>
          <a:endParaRPr lang="en-IN"/>
        </a:p>
      </dgm:t>
    </dgm:pt>
    <dgm:pt modelId="{A643DEF6-236F-4C9D-BFD7-96713D3F24A9}">
      <dgm:prSet phldrT="[Text]"/>
      <dgm:spPr/>
      <dgm:t>
        <a:bodyPr/>
        <a:lstStyle/>
        <a:p>
          <a:pPr>
            <a:buNone/>
          </a:pPr>
          <a:r>
            <a:rPr lang="en-IN" dirty="0"/>
            <a:t>Mission-critical health systems</a:t>
          </a:r>
        </a:p>
      </dgm:t>
    </dgm:pt>
    <dgm:pt modelId="{8C627C92-5A7D-467F-9F1D-0CBBDBDF474F}" type="parTrans" cxnId="{A966E719-78AA-4FC8-95B2-5656D6902B57}">
      <dgm:prSet/>
      <dgm:spPr/>
      <dgm:t>
        <a:bodyPr/>
        <a:lstStyle/>
        <a:p>
          <a:endParaRPr lang="en-IN"/>
        </a:p>
      </dgm:t>
    </dgm:pt>
    <dgm:pt modelId="{B51480BB-2067-48D3-A24C-CD74A22FF125}" type="sibTrans" cxnId="{A966E719-78AA-4FC8-95B2-5656D6902B57}">
      <dgm:prSet/>
      <dgm:spPr/>
      <dgm:t>
        <a:bodyPr/>
        <a:lstStyle/>
        <a:p>
          <a:endParaRPr lang="en-IN"/>
        </a:p>
      </dgm:t>
    </dgm:pt>
    <dgm:pt modelId="{59C1AAB1-42F2-41A6-9A59-1666B2174C8E}">
      <dgm:prSet phldrT="[Text]"/>
      <dgm:spPr/>
      <dgm:t>
        <a:bodyPr/>
        <a:lstStyle/>
        <a:p>
          <a:pPr>
            <a:buNone/>
          </a:pPr>
          <a:r>
            <a:rPr lang="en-IN" dirty="0"/>
            <a:t>Launch crew safety</a:t>
          </a:r>
        </a:p>
      </dgm:t>
    </dgm:pt>
    <dgm:pt modelId="{7484F377-68D0-4CE0-9594-7E53DA43527D}" type="parTrans" cxnId="{31151EE9-4C3E-4DDC-BEC9-292AC51C8142}">
      <dgm:prSet/>
      <dgm:spPr/>
      <dgm:t>
        <a:bodyPr/>
        <a:lstStyle/>
        <a:p>
          <a:endParaRPr lang="en-IN"/>
        </a:p>
      </dgm:t>
    </dgm:pt>
    <dgm:pt modelId="{5BE50147-E893-4AC9-9371-1C62B7A1DB76}" type="sibTrans" cxnId="{31151EE9-4C3E-4DDC-BEC9-292AC51C8142}">
      <dgm:prSet/>
      <dgm:spPr/>
      <dgm:t>
        <a:bodyPr/>
        <a:lstStyle/>
        <a:p>
          <a:endParaRPr lang="en-IN"/>
        </a:p>
      </dgm:t>
    </dgm:pt>
    <dgm:pt modelId="{9739BE4C-311D-4378-9165-AE3F3CFE17D7}">
      <dgm:prSet phldrT="[Text]"/>
      <dgm:spPr/>
      <dgm:t>
        <a:bodyPr/>
        <a:lstStyle/>
        <a:p>
          <a:pPr>
            <a:buNone/>
          </a:pPr>
          <a:r>
            <a:rPr lang="en-IN" dirty="0"/>
            <a:t>Dhruva Space:</a:t>
          </a:r>
        </a:p>
      </dgm:t>
    </dgm:pt>
    <dgm:pt modelId="{8599F1FD-1C15-438F-93F3-B77A90831B80}" type="parTrans" cxnId="{4AD7650E-8D36-4A7D-B6C6-E5FBDCB3607E}">
      <dgm:prSet/>
      <dgm:spPr/>
      <dgm:t>
        <a:bodyPr/>
        <a:lstStyle/>
        <a:p>
          <a:endParaRPr lang="en-IN"/>
        </a:p>
      </dgm:t>
    </dgm:pt>
    <dgm:pt modelId="{296C212D-3FEF-465A-B951-42816995E988}" type="sibTrans" cxnId="{4AD7650E-8D36-4A7D-B6C6-E5FBDCB3607E}">
      <dgm:prSet/>
      <dgm:spPr/>
      <dgm:t>
        <a:bodyPr/>
        <a:lstStyle/>
        <a:p>
          <a:endParaRPr lang="en-IN"/>
        </a:p>
      </dgm:t>
    </dgm:pt>
    <dgm:pt modelId="{839D394E-846D-4DF6-A91D-3FDC74A23B88}">
      <dgm:prSet phldrT="[Text]"/>
      <dgm:spPr/>
      <dgm:t>
        <a:bodyPr/>
        <a:lstStyle/>
        <a:p>
          <a:pPr>
            <a:buNone/>
          </a:pPr>
          <a:r>
            <a:rPr lang="en-IN" dirty="0"/>
            <a:t>Satellite systems</a:t>
          </a:r>
        </a:p>
      </dgm:t>
    </dgm:pt>
    <dgm:pt modelId="{ECEFFF54-8F09-40D3-872D-DFCCAC61B230}" type="parTrans" cxnId="{78059978-2886-4841-BBBC-4DEF07B9731E}">
      <dgm:prSet/>
      <dgm:spPr/>
      <dgm:t>
        <a:bodyPr/>
        <a:lstStyle/>
        <a:p>
          <a:endParaRPr lang="en-IN"/>
        </a:p>
      </dgm:t>
    </dgm:pt>
    <dgm:pt modelId="{9F18EB23-4D18-4FBD-A6C1-E30803CA62D7}" type="sibTrans" cxnId="{78059978-2886-4841-BBBC-4DEF07B9731E}">
      <dgm:prSet/>
      <dgm:spPr/>
      <dgm:t>
        <a:bodyPr/>
        <a:lstStyle/>
        <a:p>
          <a:endParaRPr lang="en-IN"/>
        </a:p>
      </dgm:t>
    </dgm:pt>
    <dgm:pt modelId="{2F2B0D11-256D-4D6E-9BFD-0239B48E6707}">
      <dgm:prSet phldrT="[Text]"/>
      <dgm:spPr/>
      <dgm:t>
        <a:bodyPr/>
        <a:lstStyle/>
        <a:p>
          <a:pPr>
            <a:buNone/>
          </a:pPr>
          <a:r>
            <a:rPr lang="en-IN" dirty="0"/>
            <a:t>Health monitoring</a:t>
          </a:r>
        </a:p>
      </dgm:t>
    </dgm:pt>
    <dgm:pt modelId="{C116E9AB-B8CC-4C29-AEF3-AF8918E01374}" type="parTrans" cxnId="{7FC84998-C1CD-40B8-8950-1512AB2A85FE}">
      <dgm:prSet/>
      <dgm:spPr/>
      <dgm:t>
        <a:bodyPr/>
        <a:lstStyle/>
        <a:p>
          <a:endParaRPr lang="en-IN"/>
        </a:p>
      </dgm:t>
    </dgm:pt>
    <dgm:pt modelId="{A0FAB4BE-E83F-483E-A094-BBA604C067AD}" type="sibTrans" cxnId="{7FC84998-C1CD-40B8-8950-1512AB2A85FE}">
      <dgm:prSet/>
      <dgm:spPr/>
      <dgm:t>
        <a:bodyPr/>
        <a:lstStyle/>
        <a:p>
          <a:endParaRPr lang="en-IN"/>
        </a:p>
      </dgm:t>
    </dgm:pt>
    <dgm:pt modelId="{1346CFE0-814F-4BBE-A5C4-15150DDB0C4D}" type="pres">
      <dgm:prSet presAssocID="{4F1FA1E9-0DF9-4F69-8B91-9A68917B935C}" presName="linearFlow" presStyleCnt="0">
        <dgm:presLayoutVars>
          <dgm:dir/>
          <dgm:animLvl val="lvl"/>
          <dgm:resizeHandles val="exact"/>
        </dgm:presLayoutVars>
      </dgm:prSet>
      <dgm:spPr/>
    </dgm:pt>
    <dgm:pt modelId="{45CF9127-462B-474D-BACC-024D1E81758C}" type="pres">
      <dgm:prSet presAssocID="{FF44C1B0-16F8-4F65-B95F-58A22D7590D8}" presName="composite" presStyleCnt="0"/>
      <dgm:spPr/>
    </dgm:pt>
    <dgm:pt modelId="{4EF2D7FC-FB2C-4C3B-BC47-B47878F04C62}" type="pres">
      <dgm:prSet presAssocID="{FF44C1B0-16F8-4F65-B95F-58A22D7590D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97A20FB-F887-46BA-9B5B-F38D6131FB9F}" type="pres">
      <dgm:prSet presAssocID="{FF44C1B0-16F8-4F65-B95F-58A22D7590D8}" presName="descendantText" presStyleLbl="alignAcc1" presStyleIdx="0" presStyleCnt="3">
        <dgm:presLayoutVars>
          <dgm:bulletEnabled val="1"/>
        </dgm:presLayoutVars>
      </dgm:prSet>
      <dgm:spPr/>
    </dgm:pt>
    <dgm:pt modelId="{42AD785A-C155-4957-9411-2406EA16D33B}" type="pres">
      <dgm:prSet presAssocID="{CB00DFC6-846A-4EF2-89E9-25C7DCCC8C07}" presName="sp" presStyleCnt="0"/>
      <dgm:spPr/>
    </dgm:pt>
    <dgm:pt modelId="{67D0BEAA-04E2-4B74-9813-EF40F3FB1396}" type="pres">
      <dgm:prSet presAssocID="{98D35628-7DA6-4BAF-8E1E-70C47551F7B8}" presName="composite" presStyleCnt="0"/>
      <dgm:spPr/>
    </dgm:pt>
    <dgm:pt modelId="{91707E56-1D57-451A-9E0E-6DF7041BBE86}" type="pres">
      <dgm:prSet presAssocID="{98D35628-7DA6-4BAF-8E1E-70C47551F7B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2CA8E67-9432-4034-8A86-B39C2AAF6D29}" type="pres">
      <dgm:prSet presAssocID="{98D35628-7DA6-4BAF-8E1E-70C47551F7B8}" presName="descendantText" presStyleLbl="alignAcc1" presStyleIdx="1" presStyleCnt="3">
        <dgm:presLayoutVars>
          <dgm:bulletEnabled val="1"/>
        </dgm:presLayoutVars>
      </dgm:prSet>
      <dgm:spPr/>
    </dgm:pt>
    <dgm:pt modelId="{FB6AC048-B2B6-4C25-90EE-6D56D0E3C59B}" type="pres">
      <dgm:prSet presAssocID="{FD6F9663-89AA-47A2-80AC-FCC05170A96A}" presName="sp" presStyleCnt="0"/>
      <dgm:spPr/>
    </dgm:pt>
    <dgm:pt modelId="{55662BDB-B91E-4C94-9460-14AE5830C355}" type="pres">
      <dgm:prSet presAssocID="{9739BE4C-311D-4378-9165-AE3F3CFE17D7}" presName="composite" presStyleCnt="0"/>
      <dgm:spPr/>
    </dgm:pt>
    <dgm:pt modelId="{62619EA9-7846-4524-8E72-092FEA45AA24}" type="pres">
      <dgm:prSet presAssocID="{9739BE4C-311D-4378-9165-AE3F3CFE17D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280AF6E-6040-4528-9CAC-4F866A018B77}" type="pres">
      <dgm:prSet presAssocID="{9739BE4C-311D-4378-9165-AE3F3CFE17D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4AD7650E-8D36-4A7D-B6C6-E5FBDCB3607E}" srcId="{4F1FA1E9-0DF9-4F69-8B91-9A68917B935C}" destId="{9739BE4C-311D-4378-9165-AE3F3CFE17D7}" srcOrd="2" destOrd="0" parTransId="{8599F1FD-1C15-438F-93F3-B77A90831B80}" sibTransId="{296C212D-3FEF-465A-B951-42816995E988}"/>
    <dgm:cxn modelId="{A966E719-78AA-4FC8-95B2-5656D6902B57}" srcId="{98D35628-7DA6-4BAF-8E1E-70C47551F7B8}" destId="{A643DEF6-236F-4C9D-BFD7-96713D3F24A9}" srcOrd="0" destOrd="0" parTransId="{8C627C92-5A7D-467F-9F1D-0CBBDBDF474F}" sibTransId="{B51480BB-2067-48D3-A24C-CD74A22FF125}"/>
    <dgm:cxn modelId="{3312CA2A-C4B0-4396-AB9D-E5D5EAEE7335}" type="presOf" srcId="{A643DEF6-236F-4C9D-BFD7-96713D3F24A9}" destId="{92CA8E67-9432-4034-8A86-B39C2AAF6D29}" srcOrd="0" destOrd="0" presId="urn:microsoft.com/office/officeart/2005/8/layout/chevron2"/>
    <dgm:cxn modelId="{86FF6C34-D694-4BFD-BEFF-AE80BAD40DD6}" type="presOf" srcId="{A7EFF8F2-9E33-4C6D-8C0C-2177C84AF2C6}" destId="{C97A20FB-F887-46BA-9B5B-F38D6131FB9F}" srcOrd="0" destOrd="1" presId="urn:microsoft.com/office/officeart/2005/8/layout/chevron2"/>
    <dgm:cxn modelId="{6FACF335-B8BA-47AC-A655-7B0362256709}" type="presOf" srcId="{FF44C1B0-16F8-4F65-B95F-58A22D7590D8}" destId="{4EF2D7FC-FB2C-4C3B-BC47-B47878F04C62}" srcOrd="0" destOrd="0" presId="urn:microsoft.com/office/officeart/2005/8/layout/chevron2"/>
    <dgm:cxn modelId="{FB5DC55B-96A9-4FBD-8C3A-32F157FC7A6E}" type="presOf" srcId="{59C1AAB1-42F2-41A6-9A59-1666B2174C8E}" destId="{92CA8E67-9432-4034-8A86-B39C2AAF6D29}" srcOrd="0" destOrd="1" presId="urn:microsoft.com/office/officeart/2005/8/layout/chevron2"/>
    <dgm:cxn modelId="{28996D48-EDA3-493B-989D-F852658B938D}" type="presOf" srcId="{2F2B0D11-256D-4D6E-9BFD-0239B48E6707}" destId="{C280AF6E-6040-4528-9CAC-4F866A018B77}" srcOrd="0" destOrd="1" presId="urn:microsoft.com/office/officeart/2005/8/layout/chevron2"/>
    <dgm:cxn modelId="{11D0826B-F831-443C-8993-E84116F3BD29}" srcId="{FF44C1B0-16F8-4F65-B95F-58A22D7590D8}" destId="{CDD8E773-4415-4001-9472-B5362EE9BF6F}" srcOrd="0" destOrd="0" parTransId="{E500AC3F-D279-4EC5-8957-706EEC2F420C}" sibTransId="{C0332EF9-F426-4BCD-B5F3-A16A299914A0}"/>
    <dgm:cxn modelId="{8D9E894C-2CF4-42FB-8816-AC096CE61D14}" srcId="{4F1FA1E9-0DF9-4F69-8B91-9A68917B935C}" destId="{FF44C1B0-16F8-4F65-B95F-58A22D7590D8}" srcOrd="0" destOrd="0" parTransId="{9A495F61-B1DA-45A5-8B8B-DB347474D60F}" sibTransId="{CB00DFC6-846A-4EF2-89E9-25C7DCCC8C07}"/>
    <dgm:cxn modelId="{0F8D504F-BCBE-4C25-91B9-57829D70D4B0}" type="presOf" srcId="{98D35628-7DA6-4BAF-8E1E-70C47551F7B8}" destId="{91707E56-1D57-451A-9E0E-6DF7041BBE86}" srcOrd="0" destOrd="0" presId="urn:microsoft.com/office/officeart/2005/8/layout/chevron2"/>
    <dgm:cxn modelId="{ED97A656-33D2-4D47-B0A3-9EF387C269B3}" type="presOf" srcId="{9739BE4C-311D-4378-9165-AE3F3CFE17D7}" destId="{62619EA9-7846-4524-8E72-092FEA45AA24}" srcOrd="0" destOrd="0" presId="urn:microsoft.com/office/officeart/2005/8/layout/chevron2"/>
    <dgm:cxn modelId="{78059978-2886-4841-BBBC-4DEF07B9731E}" srcId="{9739BE4C-311D-4378-9165-AE3F3CFE17D7}" destId="{839D394E-846D-4DF6-A91D-3FDC74A23B88}" srcOrd="0" destOrd="0" parTransId="{ECEFFF54-8F09-40D3-872D-DFCCAC61B230}" sibTransId="{9F18EB23-4D18-4FBD-A6C1-E30803CA62D7}"/>
    <dgm:cxn modelId="{EA392984-CAA4-42B3-9136-F31F78FD923B}" srcId="{FF44C1B0-16F8-4F65-B95F-58A22D7590D8}" destId="{A7EFF8F2-9E33-4C6D-8C0C-2177C84AF2C6}" srcOrd="1" destOrd="0" parTransId="{50336A98-BA33-4376-87DE-67620CA61027}" sibTransId="{66A3D6C5-44D6-4749-B1C0-E75AF9B66F01}"/>
    <dgm:cxn modelId="{8C77DD8C-34C3-4291-82B3-A7930802FFC2}" srcId="{4F1FA1E9-0DF9-4F69-8B91-9A68917B935C}" destId="{98D35628-7DA6-4BAF-8E1E-70C47551F7B8}" srcOrd="1" destOrd="0" parTransId="{A82CBBBD-BD62-4B32-9F89-A5D467A18037}" sibTransId="{FD6F9663-89AA-47A2-80AC-FCC05170A96A}"/>
    <dgm:cxn modelId="{43C96290-6C90-4A89-8A30-8E99F694898F}" type="presOf" srcId="{839D394E-846D-4DF6-A91D-3FDC74A23B88}" destId="{C280AF6E-6040-4528-9CAC-4F866A018B77}" srcOrd="0" destOrd="0" presId="urn:microsoft.com/office/officeart/2005/8/layout/chevron2"/>
    <dgm:cxn modelId="{7FC84998-C1CD-40B8-8950-1512AB2A85FE}" srcId="{9739BE4C-311D-4378-9165-AE3F3CFE17D7}" destId="{2F2B0D11-256D-4D6E-9BFD-0239B48E6707}" srcOrd="1" destOrd="0" parTransId="{C116E9AB-B8CC-4C29-AEF3-AF8918E01374}" sibTransId="{A0FAB4BE-E83F-483E-A094-BBA604C067AD}"/>
    <dgm:cxn modelId="{546FA6A5-81D3-4D3D-B1B8-FDD6CAF6996F}" type="presOf" srcId="{4F1FA1E9-0DF9-4F69-8B91-9A68917B935C}" destId="{1346CFE0-814F-4BBE-A5C4-15150DDB0C4D}" srcOrd="0" destOrd="0" presId="urn:microsoft.com/office/officeart/2005/8/layout/chevron2"/>
    <dgm:cxn modelId="{596E49D0-1216-4D23-BAA4-1110B0E2E6BE}" type="presOf" srcId="{CDD8E773-4415-4001-9472-B5362EE9BF6F}" destId="{C97A20FB-F887-46BA-9B5B-F38D6131FB9F}" srcOrd="0" destOrd="0" presId="urn:microsoft.com/office/officeart/2005/8/layout/chevron2"/>
    <dgm:cxn modelId="{31151EE9-4C3E-4DDC-BEC9-292AC51C8142}" srcId="{98D35628-7DA6-4BAF-8E1E-70C47551F7B8}" destId="{59C1AAB1-42F2-41A6-9A59-1666B2174C8E}" srcOrd="1" destOrd="0" parTransId="{7484F377-68D0-4CE0-9594-7E53DA43527D}" sibTransId="{5BE50147-E893-4AC9-9371-1C62B7A1DB76}"/>
    <dgm:cxn modelId="{1DD5872C-9B55-4136-A073-37831FA66BDB}" type="presParOf" srcId="{1346CFE0-814F-4BBE-A5C4-15150DDB0C4D}" destId="{45CF9127-462B-474D-BACC-024D1E81758C}" srcOrd="0" destOrd="0" presId="urn:microsoft.com/office/officeart/2005/8/layout/chevron2"/>
    <dgm:cxn modelId="{CB8BCCF4-F4C8-4E5B-85EE-D6FD3A4175D1}" type="presParOf" srcId="{45CF9127-462B-474D-BACC-024D1E81758C}" destId="{4EF2D7FC-FB2C-4C3B-BC47-B47878F04C62}" srcOrd="0" destOrd="0" presId="urn:microsoft.com/office/officeart/2005/8/layout/chevron2"/>
    <dgm:cxn modelId="{DE733567-7D1F-44CB-9464-40139FB5CFDD}" type="presParOf" srcId="{45CF9127-462B-474D-BACC-024D1E81758C}" destId="{C97A20FB-F887-46BA-9B5B-F38D6131FB9F}" srcOrd="1" destOrd="0" presId="urn:microsoft.com/office/officeart/2005/8/layout/chevron2"/>
    <dgm:cxn modelId="{20BB64BA-66CF-4404-860D-A9B985F08214}" type="presParOf" srcId="{1346CFE0-814F-4BBE-A5C4-15150DDB0C4D}" destId="{42AD785A-C155-4957-9411-2406EA16D33B}" srcOrd="1" destOrd="0" presId="urn:microsoft.com/office/officeart/2005/8/layout/chevron2"/>
    <dgm:cxn modelId="{23A042B6-DDDB-49EB-B07C-3D74BFC60E07}" type="presParOf" srcId="{1346CFE0-814F-4BBE-A5C4-15150DDB0C4D}" destId="{67D0BEAA-04E2-4B74-9813-EF40F3FB1396}" srcOrd="2" destOrd="0" presId="urn:microsoft.com/office/officeart/2005/8/layout/chevron2"/>
    <dgm:cxn modelId="{D417BF33-A53D-4BE8-AE9F-3C69FF1C1033}" type="presParOf" srcId="{67D0BEAA-04E2-4B74-9813-EF40F3FB1396}" destId="{91707E56-1D57-451A-9E0E-6DF7041BBE86}" srcOrd="0" destOrd="0" presId="urn:microsoft.com/office/officeart/2005/8/layout/chevron2"/>
    <dgm:cxn modelId="{A5F6B8CA-1D38-4F33-BCC0-B3CB8C009539}" type="presParOf" srcId="{67D0BEAA-04E2-4B74-9813-EF40F3FB1396}" destId="{92CA8E67-9432-4034-8A86-B39C2AAF6D29}" srcOrd="1" destOrd="0" presId="urn:microsoft.com/office/officeart/2005/8/layout/chevron2"/>
    <dgm:cxn modelId="{EED52D75-8CC1-441A-B41F-FD8AF120B431}" type="presParOf" srcId="{1346CFE0-814F-4BBE-A5C4-15150DDB0C4D}" destId="{FB6AC048-B2B6-4C25-90EE-6D56D0E3C59B}" srcOrd="3" destOrd="0" presId="urn:microsoft.com/office/officeart/2005/8/layout/chevron2"/>
    <dgm:cxn modelId="{51CE1434-07FF-435E-9070-8864E3082A5F}" type="presParOf" srcId="{1346CFE0-814F-4BBE-A5C4-15150DDB0C4D}" destId="{55662BDB-B91E-4C94-9460-14AE5830C355}" srcOrd="4" destOrd="0" presId="urn:microsoft.com/office/officeart/2005/8/layout/chevron2"/>
    <dgm:cxn modelId="{002D7E16-6D1C-4BE8-B194-8190D8E8389B}" type="presParOf" srcId="{55662BDB-B91E-4C94-9460-14AE5830C355}" destId="{62619EA9-7846-4524-8E72-092FEA45AA24}" srcOrd="0" destOrd="0" presId="urn:microsoft.com/office/officeart/2005/8/layout/chevron2"/>
    <dgm:cxn modelId="{2FD6F3E6-BD37-4012-878A-60469771A910}" type="presParOf" srcId="{55662BDB-B91E-4C94-9460-14AE5830C355}" destId="{C280AF6E-6040-4528-9CAC-4F866A018B7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A484F9-8F96-409C-8DE6-B9F339E5CA17}" type="doc">
      <dgm:prSet loTypeId="urn:microsoft.com/office/officeart/2005/8/layout/matrix2" loCatId="matrix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837443-244C-464F-A3DD-523B13EF9E13}">
      <dgm:prSet phldrT="[Text]" phldr="0"/>
      <dgm:spPr/>
      <dgm:t>
        <a:bodyPr/>
        <a:lstStyle/>
        <a:p>
          <a:r>
            <a:rPr lang="en-GB" dirty="0">
              <a:latin typeface="Sitka Text Semibold" pitchFamily="2" charset="0"/>
            </a:rPr>
            <a:t>V1</a:t>
          </a:r>
        </a:p>
        <a:p>
          <a:r>
            <a:rPr lang="en-IN" dirty="0">
              <a:latin typeface="Sitka Text Semibold" pitchFamily="2" charset="0"/>
            </a:rPr>
            <a:t>VITALX CORE </a:t>
          </a:r>
        </a:p>
        <a:p>
          <a:r>
            <a:rPr lang="en-GB" dirty="0">
              <a:latin typeface="Sitka Text Semibold" pitchFamily="2" charset="0"/>
            </a:rPr>
            <a:t>✅ DONE</a:t>
          </a:r>
          <a:endParaRPr lang="en-IN" dirty="0">
            <a:latin typeface="Sitka Text Semibold" pitchFamily="2" charset="0"/>
          </a:endParaRPr>
        </a:p>
      </dgm:t>
    </dgm:pt>
    <dgm:pt modelId="{E7BD9FFF-D82F-4196-A0B0-7CCE85CE5FDB}" type="parTrans" cxnId="{807E080D-6228-4D8A-B190-E898B57DC5CB}">
      <dgm:prSet/>
      <dgm:spPr/>
      <dgm:t>
        <a:bodyPr/>
        <a:lstStyle/>
        <a:p>
          <a:endParaRPr lang="en-IN"/>
        </a:p>
      </dgm:t>
    </dgm:pt>
    <dgm:pt modelId="{C3521279-2CA9-417C-9090-DAFAB75A1707}" type="sibTrans" cxnId="{807E080D-6228-4D8A-B190-E898B57DC5CB}">
      <dgm:prSet/>
      <dgm:spPr/>
      <dgm:t>
        <a:bodyPr/>
        <a:lstStyle/>
        <a:p>
          <a:endParaRPr lang="en-IN"/>
        </a:p>
      </dgm:t>
    </dgm:pt>
    <dgm:pt modelId="{0EDCBA3A-8095-46F2-BE19-683E96DC1750}">
      <dgm:prSet phldrT="[Text]" phldr="0"/>
      <dgm:spPr/>
      <dgm:t>
        <a:bodyPr/>
        <a:lstStyle/>
        <a:p>
          <a:r>
            <a:rPr lang="en-GB" dirty="0">
              <a:latin typeface="Sitka Text Semibold" pitchFamily="2" charset="0"/>
            </a:rPr>
            <a:t>V1.5</a:t>
          </a:r>
        </a:p>
        <a:p>
          <a:r>
            <a:rPr lang="en-IN" dirty="0">
              <a:latin typeface="Sitka Text Semibold" pitchFamily="2" charset="0"/>
            </a:rPr>
            <a:t>AEREXIS OMEGA</a:t>
          </a:r>
        </a:p>
        <a:p>
          <a:r>
            <a:rPr lang="en-IN" dirty="0">
              <a:latin typeface="Sitka Text Semibold" pitchFamily="2" charset="0"/>
            </a:rPr>
            <a:t>🔵 Next</a:t>
          </a:r>
        </a:p>
      </dgm:t>
    </dgm:pt>
    <dgm:pt modelId="{C883B1EA-D6F5-4C3C-BEC8-00A3CDC53098}" type="parTrans" cxnId="{DEE9ABAC-8931-46BE-A391-1BECC4772358}">
      <dgm:prSet/>
      <dgm:spPr/>
      <dgm:t>
        <a:bodyPr/>
        <a:lstStyle/>
        <a:p>
          <a:endParaRPr lang="en-IN"/>
        </a:p>
      </dgm:t>
    </dgm:pt>
    <dgm:pt modelId="{15FDC418-4BF4-4ED9-BB5F-379B0EC9E1A7}" type="sibTrans" cxnId="{DEE9ABAC-8931-46BE-A391-1BECC4772358}">
      <dgm:prSet/>
      <dgm:spPr/>
      <dgm:t>
        <a:bodyPr/>
        <a:lstStyle/>
        <a:p>
          <a:endParaRPr lang="en-IN"/>
        </a:p>
      </dgm:t>
    </dgm:pt>
    <dgm:pt modelId="{B648B0E2-8FD5-47B0-B897-18C62CFBDEF4}">
      <dgm:prSet phldrT="[Text]" phldr="0"/>
      <dgm:spPr/>
      <dgm:t>
        <a:bodyPr/>
        <a:lstStyle/>
        <a:p>
          <a:r>
            <a:rPr lang="en-GB" dirty="0">
              <a:latin typeface="Sitka Text Semibold" pitchFamily="2" charset="0"/>
            </a:rPr>
            <a:t>V2</a:t>
          </a:r>
        </a:p>
        <a:p>
          <a:r>
            <a:rPr lang="en-IN" dirty="0">
              <a:latin typeface="Sitka Text Semibold" pitchFamily="2" charset="0"/>
            </a:rPr>
            <a:t>OMNISENITEL</a:t>
          </a:r>
        </a:p>
        <a:p>
          <a:r>
            <a:rPr lang="en-IN" dirty="0">
              <a:latin typeface="Sitka Text Semibold" pitchFamily="2" charset="0"/>
            </a:rPr>
            <a:t>⏳ Planned</a:t>
          </a:r>
        </a:p>
      </dgm:t>
    </dgm:pt>
    <dgm:pt modelId="{173FE09F-E2B1-467C-BC69-B71CEEF5975C}" type="parTrans" cxnId="{65F024F4-8A9F-428D-B795-DE3B13FAD601}">
      <dgm:prSet/>
      <dgm:spPr/>
      <dgm:t>
        <a:bodyPr/>
        <a:lstStyle/>
        <a:p>
          <a:endParaRPr lang="en-IN"/>
        </a:p>
      </dgm:t>
    </dgm:pt>
    <dgm:pt modelId="{D306161D-1F09-4DFB-A66C-8FFF31C6FEC2}" type="sibTrans" cxnId="{65F024F4-8A9F-428D-B795-DE3B13FAD601}">
      <dgm:prSet/>
      <dgm:spPr/>
      <dgm:t>
        <a:bodyPr/>
        <a:lstStyle/>
        <a:p>
          <a:endParaRPr lang="en-IN"/>
        </a:p>
      </dgm:t>
    </dgm:pt>
    <dgm:pt modelId="{DB967496-1D33-4C6A-8B8A-6CE1C44C814C}">
      <dgm:prSet phldrT="[Text]" phldr="0"/>
      <dgm:spPr/>
      <dgm:t>
        <a:bodyPr/>
        <a:lstStyle/>
        <a:p>
          <a:r>
            <a:rPr lang="en-GB" dirty="0">
              <a:latin typeface="Sitka Text Semibold" pitchFamily="2" charset="0"/>
            </a:rPr>
            <a:t>V3</a:t>
          </a:r>
        </a:p>
        <a:p>
          <a:r>
            <a:rPr lang="en-IN" dirty="0">
              <a:latin typeface="Sitka Text Semibold" pitchFamily="2" charset="0"/>
            </a:rPr>
            <a:t>NEURALBEAT</a:t>
          </a:r>
        </a:p>
        <a:p>
          <a:r>
            <a:rPr lang="en-IN" dirty="0">
              <a:latin typeface="Sitka Text Semibold" pitchFamily="2" charset="0"/>
            </a:rPr>
            <a:t>⏳ Planned</a:t>
          </a:r>
        </a:p>
      </dgm:t>
    </dgm:pt>
    <dgm:pt modelId="{71D50610-4940-49E0-9933-76E2198BE2EC}" type="parTrans" cxnId="{5C7F3CB9-2837-4A3C-9EF7-19C553AC408B}">
      <dgm:prSet/>
      <dgm:spPr/>
      <dgm:t>
        <a:bodyPr/>
        <a:lstStyle/>
        <a:p>
          <a:endParaRPr lang="en-IN"/>
        </a:p>
      </dgm:t>
    </dgm:pt>
    <dgm:pt modelId="{284BFE97-56C4-471B-BEFC-7DA18D7BABA9}" type="sibTrans" cxnId="{5C7F3CB9-2837-4A3C-9EF7-19C553AC408B}">
      <dgm:prSet/>
      <dgm:spPr/>
      <dgm:t>
        <a:bodyPr/>
        <a:lstStyle/>
        <a:p>
          <a:endParaRPr lang="en-IN"/>
        </a:p>
      </dgm:t>
    </dgm:pt>
    <dgm:pt modelId="{BEFBDB86-81C7-4724-8880-BFB1B4FD04A5}" type="pres">
      <dgm:prSet presAssocID="{05A484F9-8F96-409C-8DE6-B9F339E5CA17}" presName="matrix" presStyleCnt="0">
        <dgm:presLayoutVars>
          <dgm:chMax val="1"/>
          <dgm:dir/>
          <dgm:resizeHandles val="exact"/>
        </dgm:presLayoutVars>
      </dgm:prSet>
      <dgm:spPr/>
    </dgm:pt>
    <dgm:pt modelId="{16041DF2-2B8E-4923-B84C-C470B88E0E04}" type="pres">
      <dgm:prSet presAssocID="{05A484F9-8F96-409C-8DE6-B9F339E5CA17}" presName="axisShape" presStyleLbl="bgShp" presStyleIdx="0" presStyleCnt="1"/>
      <dgm:spPr/>
    </dgm:pt>
    <dgm:pt modelId="{5994F032-CCC9-49DC-B50C-73E045F76D39}" type="pres">
      <dgm:prSet presAssocID="{05A484F9-8F96-409C-8DE6-B9F339E5CA17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09D4946-9AE2-4252-8E1B-ED8A064EF798}" type="pres">
      <dgm:prSet presAssocID="{05A484F9-8F96-409C-8DE6-B9F339E5CA17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426CCF9-FBE5-4902-804A-BA05ED76FFEC}" type="pres">
      <dgm:prSet presAssocID="{05A484F9-8F96-409C-8DE6-B9F339E5CA17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F0F2D5-B9DB-4F4D-A3A9-EA07F5623852}" type="pres">
      <dgm:prSet presAssocID="{05A484F9-8F96-409C-8DE6-B9F339E5CA17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07E080D-6228-4D8A-B190-E898B57DC5CB}" srcId="{05A484F9-8F96-409C-8DE6-B9F339E5CA17}" destId="{8D837443-244C-464F-A3DD-523B13EF9E13}" srcOrd="0" destOrd="0" parTransId="{E7BD9FFF-D82F-4196-A0B0-7CCE85CE5FDB}" sibTransId="{C3521279-2CA9-417C-9090-DAFAB75A1707}"/>
    <dgm:cxn modelId="{F5164C0F-2565-4377-96A1-F196A3E868EB}" type="presOf" srcId="{DB967496-1D33-4C6A-8B8A-6CE1C44C814C}" destId="{ADF0F2D5-B9DB-4F4D-A3A9-EA07F5623852}" srcOrd="0" destOrd="0" presId="urn:microsoft.com/office/officeart/2005/8/layout/matrix2"/>
    <dgm:cxn modelId="{208739A1-00BA-448D-A3A7-254208CAAD8B}" type="presOf" srcId="{0EDCBA3A-8095-46F2-BE19-683E96DC1750}" destId="{F09D4946-9AE2-4252-8E1B-ED8A064EF798}" srcOrd="0" destOrd="0" presId="urn:microsoft.com/office/officeart/2005/8/layout/matrix2"/>
    <dgm:cxn modelId="{6960E4A4-41B2-4A0C-B8E3-85D32102AB11}" type="presOf" srcId="{B648B0E2-8FD5-47B0-B897-18C62CFBDEF4}" destId="{1426CCF9-FBE5-4902-804A-BA05ED76FFEC}" srcOrd="0" destOrd="0" presId="urn:microsoft.com/office/officeart/2005/8/layout/matrix2"/>
    <dgm:cxn modelId="{DEE9ABAC-8931-46BE-A391-1BECC4772358}" srcId="{05A484F9-8F96-409C-8DE6-B9F339E5CA17}" destId="{0EDCBA3A-8095-46F2-BE19-683E96DC1750}" srcOrd="1" destOrd="0" parTransId="{C883B1EA-D6F5-4C3C-BEC8-00A3CDC53098}" sibTransId="{15FDC418-4BF4-4ED9-BB5F-379B0EC9E1A7}"/>
    <dgm:cxn modelId="{5C7F3CB9-2837-4A3C-9EF7-19C553AC408B}" srcId="{05A484F9-8F96-409C-8DE6-B9F339E5CA17}" destId="{DB967496-1D33-4C6A-8B8A-6CE1C44C814C}" srcOrd="3" destOrd="0" parTransId="{71D50610-4940-49E0-9933-76E2198BE2EC}" sibTransId="{284BFE97-56C4-471B-BEFC-7DA18D7BABA9}"/>
    <dgm:cxn modelId="{29AF9ACF-3157-43C3-994C-092C38968623}" type="presOf" srcId="{05A484F9-8F96-409C-8DE6-B9F339E5CA17}" destId="{BEFBDB86-81C7-4724-8880-BFB1B4FD04A5}" srcOrd="0" destOrd="0" presId="urn:microsoft.com/office/officeart/2005/8/layout/matrix2"/>
    <dgm:cxn modelId="{18F603E3-3F38-431D-8A0B-C0A455DCC103}" type="presOf" srcId="{8D837443-244C-464F-A3DD-523B13EF9E13}" destId="{5994F032-CCC9-49DC-B50C-73E045F76D39}" srcOrd="0" destOrd="0" presId="urn:microsoft.com/office/officeart/2005/8/layout/matrix2"/>
    <dgm:cxn modelId="{65F024F4-8A9F-428D-B795-DE3B13FAD601}" srcId="{05A484F9-8F96-409C-8DE6-B9F339E5CA17}" destId="{B648B0E2-8FD5-47B0-B897-18C62CFBDEF4}" srcOrd="2" destOrd="0" parTransId="{173FE09F-E2B1-467C-BC69-B71CEEF5975C}" sibTransId="{D306161D-1F09-4DFB-A66C-8FFF31C6FEC2}"/>
    <dgm:cxn modelId="{D91B2357-4264-4B52-9B3B-C35B4B00303A}" type="presParOf" srcId="{BEFBDB86-81C7-4724-8880-BFB1B4FD04A5}" destId="{16041DF2-2B8E-4923-B84C-C470B88E0E04}" srcOrd="0" destOrd="0" presId="urn:microsoft.com/office/officeart/2005/8/layout/matrix2"/>
    <dgm:cxn modelId="{7EECF655-DD5F-4157-AB1C-28BE655B3175}" type="presParOf" srcId="{BEFBDB86-81C7-4724-8880-BFB1B4FD04A5}" destId="{5994F032-CCC9-49DC-B50C-73E045F76D39}" srcOrd="1" destOrd="0" presId="urn:microsoft.com/office/officeart/2005/8/layout/matrix2"/>
    <dgm:cxn modelId="{F2012413-42ED-4021-BFD3-955D4B96A639}" type="presParOf" srcId="{BEFBDB86-81C7-4724-8880-BFB1B4FD04A5}" destId="{F09D4946-9AE2-4252-8E1B-ED8A064EF798}" srcOrd="2" destOrd="0" presId="urn:microsoft.com/office/officeart/2005/8/layout/matrix2"/>
    <dgm:cxn modelId="{F49F2ED6-F806-4300-9715-A062EF3B24CC}" type="presParOf" srcId="{BEFBDB86-81C7-4724-8880-BFB1B4FD04A5}" destId="{1426CCF9-FBE5-4902-804A-BA05ED76FFEC}" srcOrd="3" destOrd="0" presId="urn:microsoft.com/office/officeart/2005/8/layout/matrix2"/>
    <dgm:cxn modelId="{2A30BCE5-AB8A-40CE-8750-BED012890003}" type="presParOf" srcId="{BEFBDB86-81C7-4724-8880-BFB1B4FD04A5}" destId="{ADF0F2D5-B9DB-4F4D-A3A9-EA07F5623852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2D7FC-FB2C-4C3B-BC47-B47878F04C62}">
      <dsp:nvSpPr>
        <dsp:cNvPr id="0" name=""/>
        <dsp:cNvSpPr/>
      </dsp:nvSpPr>
      <dsp:spPr>
        <a:xfrm rot="5400000">
          <a:off x="-209313" y="210762"/>
          <a:ext cx="1395421" cy="97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Pixxel</a:t>
          </a:r>
          <a:r>
            <a:rPr lang="en-IN" sz="1400" kern="1200" dirty="0"/>
            <a:t> / </a:t>
          </a:r>
          <a:r>
            <a:rPr lang="en-IN" sz="1400" kern="1200" dirty="0" err="1"/>
            <a:t>GalaxEye</a:t>
          </a:r>
          <a:r>
            <a:rPr lang="en-IN" sz="1400" kern="1200" dirty="0"/>
            <a:t>:</a:t>
          </a:r>
        </a:p>
      </dsp:txBody>
      <dsp:txXfrm rot="-5400000">
        <a:off x="1" y="489847"/>
        <a:ext cx="976795" cy="418626"/>
      </dsp:txXfrm>
    </dsp:sp>
    <dsp:sp modelId="{C97A20FB-F887-46BA-9B5B-F38D6131FB9F}">
      <dsp:nvSpPr>
        <dsp:cNvPr id="0" name=""/>
        <dsp:cNvSpPr/>
      </dsp:nvSpPr>
      <dsp:spPr>
        <a:xfrm rot="5400000">
          <a:off x="4338137" y="-3359892"/>
          <a:ext cx="907023" cy="7629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500" kern="1200" dirty="0"/>
            <a:t>Remote sensing + health data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kern="1200" dirty="0"/>
            <a:t>V3 NEURALBEAT targets satellite health</a:t>
          </a:r>
          <a:endParaRPr lang="en-IN" sz="2500" kern="1200" dirty="0"/>
        </a:p>
      </dsp:txBody>
      <dsp:txXfrm rot="-5400000">
        <a:off x="976796" y="45726"/>
        <a:ext cx="7585430" cy="818469"/>
      </dsp:txXfrm>
    </dsp:sp>
    <dsp:sp modelId="{91707E56-1D57-451A-9E0E-6DF7041BBE86}">
      <dsp:nvSpPr>
        <dsp:cNvPr id="0" name=""/>
        <dsp:cNvSpPr/>
      </dsp:nvSpPr>
      <dsp:spPr>
        <a:xfrm rot="5400000">
          <a:off x="-209313" y="1409227"/>
          <a:ext cx="1395421" cy="97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Skyroot</a:t>
          </a:r>
          <a:r>
            <a:rPr lang="en-IN" sz="1400" kern="1200" dirty="0"/>
            <a:t> / </a:t>
          </a:r>
          <a:r>
            <a:rPr lang="en-IN" sz="1400" kern="1200" dirty="0" err="1"/>
            <a:t>Agnikul</a:t>
          </a:r>
          <a:r>
            <a:rPr lang="en-IN" sz="1400" kern="1200" dirty="0"/>
            <a:t>:</a:t>
          </a:r>
        </a:p>
      </dsp:txBody>
      <dsp:txXfrm rot="-5400000">
        <a:off x="1" y="1688312"/>
        <a:ext cx="976795" cy="418626"/>
      </dsp:txXfrm>
    </dsp:sp>
    <dsp:sp modelId="{92CA8E67-9432-4034-8A86-B39C2AAF6D29}">
      <dsp:nvSpPr>
        <dsp:cNvPr id="0" name=""/>
        <dsp:cNvSpPr/>
      </dsp:nvSpPr>
      <dsp:spPr>
        <a:xfrm rot="5400000">
          <a:off x="4338137" y="-2161427"/>
          <a:ext cx="907023" cy="7629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500" kern="1200" dirty="0"/>
            <a:t>Mission-critical health systems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500" kern="1200" dirty="0"/>
            <a:t>Launch crew safety</a:t>
          </a:r>
        </a:p>
      </dsp:txBody>
      <dsp:txXfrm rot="-5400000">
        <a:off x="976796" y="1244191"/>
        <a:ext cx="7585430" cy="818469"/>
      </dsp:txXfrm>
    </dsp:sp>
    <dsp:sp modelId="{62619EA9-7846-4524-8E72-092FEA45AA24}">
      <dsp:nvSpPr>
        <dsp:cNvPr id="0" name=""/>
        <dsp:cNvSpPr/>
      </dsp:nvSpPr>
      <dsp:spPr>
        <a:xfrm rot="5400000">
          <a:off x="-209313" y="2607692"/>
          <a:ext cx="1395421" cy="97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Dhruva Space:</a:t>
          </a:r>
        </a:p>
      </dsp:txBody>
      <dsp:txXfrm rot="-5400000">
        <a:off x="1" y="2886777"/>
        <a:ext cx="976795" cy="418626"/>
      </dsp:txXfrm>
    </dsp:sp>
    <dsp:sp modelId="{C280AF6E-6040-4528-9CAC-4F866A018B77}">
      <dsp:nvSpPr>
        <dsp:cNvPr id="0" name=""/>
        <dsp:cNvSpPr/>
      </dsp:nvSpPr>
      <dsp:spPr>
        <a:xfrm rot="5400000">
          <a:off x="4338137" y="-962962"/>
          <a:ext cx="907023" cy="7629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500" kern="1200" dirty="0"/>
            <a:t>Satellite systems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500" kern="1200" dirty="0"/>
            <a:t>Health monitoring</a:t>
          </a:r>
        </a:p>
      </dsp:txBody>
      <dsp:txXfrm rot="-5400000">
        <a:off x="976796" y="2442656"/>
        <a:ext cx="7585430" cy="818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41DF2-2B8E-4923-B84C-C470B88E0E04}">
      <dsp:nvSpPr>
        <dsp:cNvPr id="0" name=""/>
        <dsp:cNvSpPr/>
      </dsp:nvSpPr>
      <dsp:spPr>
        <a:xfrm>
          <a:off x="1611672" y="0"/>
          <a:ext cx="4852217" cy="485221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4F032-CCC9-49DC-B50C-73E045F76D39}">
      <dsp:nvSpPr>
        <dsp:cNvPr id="0" name=""/>
        <dsp:cNvSpPr/>
      </dsp:nvSpPr>
      <dsp:spPr>
        <a:xfrm>
          <a:off x="1927066" y="315394"/>
          <a:ext cx="1940886" cy="19408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itka Text Semibold" pitchFamily="2" charset="0"/>
            </a:rPr>
            <a:t>V1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VITALX CORE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itka Text Semibold" pitchFamily="2" charset="0"/>
            </a:rPr>
            <a:t>✅ DONE</a:t>
          </a:r>
          <a:endParaRPr lang="en-IN" sz="1700" kern="1200" dirty="0">
            <a:latin typeface="Sitka Text Semibold" pitchFamily="2" charset="0"/>
          </a:endParaRPr>
        </a:p>
      </dsp:txBody>
      <dsp:txXfrm>
        <a:off x="2021812" y="410140"/>
        <a:ext cx="1751394" cy="1751394"/>
      </dsp:txXfrm>
    </dsp:sp>
    <dsp:sp modelId="{F09D4946-9AE2-4252-8E1B-ED8A064EF798}">
      <dsp:nvSpPr>
        <dsp:cNvPr id="0" name=""/>
        <dsp:cNvSpPr/>
      </dsp:nvSpPr>
      <dsp:spPr>
        <a:xfrm>
          <a:off x="4207608" y="315394"/>
          <a:ext cx="1940886" cy="19408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itka Text Semibold" pitchFamily="2" charset="0"/>
            </a:rPr>
            <a:t>V1.5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AEREXIS OMEGA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🔵 Next</a:t>
          </a:r>
        </a:p>
      </dsp:txBody>
      <dsp:txXfrm>
        <a:off x="4302354" y="410140"/>
        <a:ext cx="1751394" cy="1751394"/>
      </dsp:txXfrm>
    </dsp:sp>
    <dsp:sp modelId="{1426CCF9-FBE5-4902-804A-BA05ED76FFEC}">
      <dsp:nvSpPr>
        <dsp:cNvPr id="0" name=""/>
        <dsp:cNvSpPr/>
      </dsp:nvSpPr>
      <dsp:spPr>
        <a:xfrm>
          <a:off x="1927066" y="2595936"/>
          <a:ext cx="1940886" cy="19408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itka Text Semibold" pitchFamily="2" charset="0"/>
            </a:rPr>
            <a:t>V2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OMNISENITEL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⏳ Planned</a:t>
          </a:r>
        </a:p>
      </dsp:txBody>
      <dsp:txXfrm>
        <a:off x="2021812" y="2690682"/>
        <a:ext cx="1751394" cy="1751394"/>
      </dsp:txXfrm>
    </dsp:sp>
    <dsp:sp modelId="{ADF0F2D5-B9DB-4F4D-A3A9-EA07F5623852}">
      <dsp:nvSpPr>
        <dsp:cNvPr id="0" name=""/>
        <dsp:cNvSpPr/>
      </dsp:nvSpPr>
      <dsp:spPr>
        <a:xfrm>
          <a:off x="4207608" y="2595936"/>
          <a:ext cx="1940886" cy="19408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itka Text Semibold" pitchFamily="2" charset="0"/>
            </a:rPr>
            <a:t>V3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NEURALBEAT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Sitka Text Semibold" pitchFamily="2" charset="0"/>
            </a:rPr>
            <a:t>⏳ Planned</a:t>
          </a:r>
        </a:p>
      </dsp:txBody>
      <dsp:txXfrm>
        <a:off x="4302354" y="2690682"/>
        <a:ext cx="1751394" cy="1751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30D1-2490-1414-10F4-1E1F530CB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2CA3E-8594-A0C1-FC75-FAF8CF09B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8094C-A96B-51E1-D4EC-8B0053DF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86B1-0707-1282-1DCB-4904B1CC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67C2-0814-FEF1-6AE0-B5E0C3DB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97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5CFC-198C-03EE-69A8-DA8A5C20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E16F7-26DF-58A8-9F15-E7CAF6713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6C80-D07E-367D-2021-E6A113B7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C64AF-6C5F-82D4-5A2B-3C40EB5E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C307-84A6-7C5E-8159-D5456CC5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3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BE4E-6F7F-63DD-E7DA-FE61FC87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74035-D15F-3FC5-45E5-7EE51E353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6509F-8BFE-9CB7-1E04-84C8E67B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CE34-C76B-26EF-27E1-B2F7039A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D54C2-46C3-DBE4-4397-965B0F64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8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578E-5547-6907-B48F-D2562F20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3E274-2D18-E9DC-974E-C49E8CACC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635FA-A682-3165-65FD-EF7A7AB88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B2196-F28B-D73C-8CFD-FFF16C0A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1F3B6-FDDE-4446-7688-2E7CF391E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AF8D-7451-47E5-578E-8C2C6FD5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10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4484-475A-3741-ADE0-D8A53BA7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B7B68-BFF4-0553-6808-B2A68F650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6E3F9-4E1B-4CD1-EC26-DE555587F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3A0A-907C-9519-3FF6-C3E52024E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0B9E2-7D45-E08C-E4A8-C6DEFC970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97517-8EF6-01BD-5BC5-68013F24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875EA-3F1D-53E4-6512-8F192998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A8B06-7BD2-B7C4-34B5-1D4DD95E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26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508A-701D-6822-4AD8-F8C793F8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C1566-0380-AEC1-FCF6-675CC3E0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A90F2-970D-5638-15AA-FFCB1577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3E002-0932-3064-B1FC-6DD6C6C7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08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58B23-CC27-8078-1596-CFECF099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BDE84-0208-1297-ABA3-CE9C244B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C0DFC-FFBC-9503-7AD9-77E2B8E9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80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004A-230F-7FCD-9CAC-A00A8FEB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6A61F-C220-1180-7969-51FC01B7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07FCA-D2E0-FABD-4FFC-60F54FDE3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E709F-2F49-82E4-3DD1-8A5739FE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ABAC0-944B-7A5B-FBD6-FD225ADE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70B61-F15C-562E-44C4-01F4CBC1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3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81C5-4560-5CC5-C7ED-1601E6DA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AF313B-9772-5EBF-4DF3-8C5AA7951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4CF84-EABD-E5C6-1751-0524B22F1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B501F-FAA9-8F22-0D16-B29E0200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E96A-DA06-461A-348C-E35B038E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02013-BBAB-829C-0307-6574EB58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55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DBF1-032C-8CA0-5E06-DEBFCC98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D5402-1CF0-F6AD-10E2-CBE541509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3F488-27BC-4B94-65D1-7E4CFBEA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1B63C-A26D-15EF-9EA4-A9875EE8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B1D0-A873-21F5-4B8B-D568B6E1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11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364BA-2C21-E963-3A30-23CBFC23C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14E93-16C6-BAC2-4556-97F43C073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D1C27-E3C3-1346-C353-762B4A42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BAC7-9972-D79D-850D-C4DCC6EF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D351-6B2D-9256-36F6-A65DADFB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88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974B3D-A74B-8852-39AD-52A0EC43F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10471-3499-0F05-2FC7-47AB7ABC9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0191-A1A5-A2D4-D905-8AE0DE4F1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32DA-3D80-46B2-9B45-14F11D8463F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B33E-EB36-A477-EEBD-14B0494AF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DAE3-205B-F337-7502-088E7E220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E6BD4-36CD-4BA1-B136-B50C5F50D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0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FBCD6-E8E1-9C7E-01A0-2359B3776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7D803-86FA-80EC-8B9C-1D841E325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1858"/>
            <a:ext cx="9144000" cy="1523999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ASTROVITAL AI : VITALX CORE V1</a:t>
            </a:r>
            <a:endParaRPr lang="en-IN" sz="4800" b="1" dirty="0">
              <a:solidFill>
                <a:srgbClr val="00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23FA-7CA0-AA95-6395-8D7D2CF2B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4012"/>
            <a:ext cx="9144000" cy="1710814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FFFF66"/>
                </a:solidFill>
                <a:latin typeface="Sitka Text Semibold" pitchFamily="2" charset="0"/>
              </a:rPr>
              <a:t>India's First Independent Space Health AI</a:t>
            </a:r>
          </a:p>
          <a:p>
            <a:r>
              <a:rPr lang="en-IN" b="1" dirty="0">
                <a:solidFill>
                  <a:srgbClr val="FFFF66"/>
                </a:solidFill>
                <a:latin typeface="Sitka Text Semibold" pitchFamily="2" charset="0"/>
              </a:rPr>
              <a:t>Developer: </a:t>
            </a:r>
            <a:r>
              <a:rPr lang="en-IN" b="1" dirty="0" err="1">
                <a:solidFill>
                  <a:srgbClr val="FFFF66"/>
                </a:solidFill>
                <a:latin typeface="Sitka Text Semibold" pitchFamily="2" charset="0"/>
              </a:rPr>
              <a:t>Gouragopal</a:t>
            </a:r>
            <a:r>
              <a:rPr lang="en-IN" b="1" dirty="0">
                <a:solidFill>
                  <a:srgbClr val="FFFF66"/>
                </a:solidFill>
                <a:latin typeface="Sitka Text Semibold" pitchFamily="2" charset="0"/>
              </a:rPr>
              <a:t> Mohapatra</a:t>
            </a:r>
          </a:p>
          <a:p>
            <a:r>
              <a:rPr lang="en-IN" b="1" dirty="0">
                <a:solidFill>
                  <a:srgbClr val="FFFF66"/>
                </a:solidFill>
                <a:latin typeface="Sitka Text Semibold" pitchFamily="2" charset="0"/>
              </a:rPr>
              <a:t> Independent Researcher | May 2026 </a:t>
            </a:r>
          </a:p>
          <a:p>
            <a:r>
              <a:rPr lang="en-IN" b="1" dirty="0">
                <a:solidFill>
                  <a:srgbClr val="FFFF66"/>
                </a:solidFill>
                <a:latin typeface="Sitka Text Semibold" pitchFamily="2" charset="0"/>
              </a:rPr>
              <a:t>GitHub: GOURGOPAL618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EB9602-24E7-67E1-00EA-623482499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007" y="227191"/>
            <a:ext cx="3165986" cy="254059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19370AB-B71A-4197-C06B-B984B9F69740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7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E6A6-AAB3-3353-E597-AB2E189E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9B59BE-5DDB-38D7-C40C-A2F899D4E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D610D9-CD0D-B1B5-69DE-1ED35122F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0878"/>
            <a:ext cx="9144000" cy="993057"/>
          </a:xfrm>
        </p:spPr>
        <p:txBody>
          <a:bodyPr>
            <a:normAutofit/>
          </a:bodyPr>
          <a:lstStyle/>
          <a:p>
            <a:r>
              <a:rPr lang="en-IN" sz="4800" u="sng" dirty="0">
                <a:solidFill>
                  <a:srgbClr val="00FFFF"/>
                </a:solidFill>
                <a:latin typeface="Sitka Text Semibold" pitchFamily="2" charset="0"/>
              </a:rPr>
              <a:t>Who Am I</a:t>
            </a:r>
            <a:endParaRPr lang="en-IN" sz="48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DF79B-5AC0-83AA-1281-A557AF991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2" y="2399071"/>
            <a:ext cx="8957187" cy="248756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FF66"/>
                </a:solidFill>
              </a:rPr>
              <a:t>2nd Year </a:t>
            </a:r>
            <a:r>
              <a:rPr lang="en-GB" dirty="0" err="1">
                <a:solidFill>
                  <a:srgbClr val="FFFF66"/>
                </a:solidFill>
              </a:rPr>
              <a:t>B.Tech</a:t>
            </a:r>
            <a:r>
              <a:rPr lang="en-GB" dirty="0">
                <a:solidFill>
                  <a:srgbClr val="FFFF66"/>
                </a:solidFill>
              </a:rPr>
              <a:t> — AI &amp; Data Science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FF66"/>
                </a:solidFill>
              </a:rPr>
              <a:t>Independent Researcher — no institution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FF66"/>
                </a:solidFill>
              </a:rPr>
              <a:t>7 solo projects before ASTROVITAL AI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FF66"/>
                </a:solidFill>
              </a:rPr>
              <a:t>12 peer-reviewed papers read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FF66"/>
                </a:solidFill>
              </a:rPr>
              <a:t>57 days — 12 notebooks — solo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2C6768-A9EA-ACE3-FD42-57A19E514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1822CAD-F5DE-3444-4F91-D50F9563D8A3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02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4E01D7-3200-CA73-BCAE-D71E8FECC3F7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04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85DE-DB0D-50C0-CCE9-15A46FEC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306D6-FDF1-BBD6-6B74-9C83C6045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B8ED19-DC12-6459-C6EF-156D7394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0878"/>
            <a:ext cx="4139381" cy="993057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00FFFF"/>
                </a:solidFill>
                <a:latin typeface="Sitka Text Semibold" pitchFamily="2" charset="0"/>
              </a:rPr>
              <a:t>The Problem:</a:t>
            </a:r>
            <a:endParaRPr lang="en-IN" sz="48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31FF0-903C-A6F3-D312-CF8D9F7A6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1"/>
            <a:ext cx="4267200" cy="313649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No hospital in deep space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Mars delay — 24 minutes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Current systems — reactive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6 health threats simultaneously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580D3A-8AF8-0428-6637-3B7B9FE53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09CE28F-0726-8C6C-A744-E17DDF76BF9A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940B04-528F-F8E0-94B4-5495FF285EA4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94F2D7-8A80-9B4D-A491-02D67D55E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20" y="2399071"/>
            <a:ext cx="4710879" cy="305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1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C5DD-6835-C5C4-BDB7-51212A87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DA5FB-19D9-E3E5-224F-D676E924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B9292-DF3E-AF2B-C493-FC54627E7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0878"/>
            <a:ext cx="5004620" cy="99305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The Research Gap: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E907B-1AB4-5F43-E86C-9B2618920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1"/>
            <a:ext cx="4267200" cy="313649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CDSS proposed — 2014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Digital Twin — 2010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12-16 years — only theory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Nobody built it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275C17-780C-6127-BD59-10382A14B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38B9A49F-605C-FF53-B352-AB7A8AE3AF7D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321AB7-F290-0DCE-EACC-884423106815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FE038-542B-4376-B92A-03E06C7CE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89" y="2608007"/>
            <a:ext cx="4484739" cy="29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FDA85-D000-E7DA-06E0-26130848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A29241-6D4B-6D04-29AB-81715F4FE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21CDD4-23D7-3770-74EC-EC5F84210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5510"/>
            <a:ext cx="3293806" cy="67842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What I Built: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B1D7E-6A11-2514-3C2A-7C8379143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13 notebooks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3 working innovations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6 production models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Edge deployed — no cloud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B2E59C-901D-24CA-C82B-378CF9B58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D4F0D5E-7CDD-64F5-F39E-9E42AAD11CF7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6FDB1A-646F-E447-E6A1-872A3A9D5F46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2AB870-C8A3-0AC9-EE19-BB9118EA3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877" y="2399069"/>
            <a:ext cx="5624052" cy="28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3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86B9-4005-F326-CEB2-5D648277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317CCA-062A-4ED4-585A-58B60807E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E06780-B330-A70A-AB13-E525FAB36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5510"/>
            <a:ext cx="3293806" cy="67842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Innovation 3: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7DBF1-20F5-A60B-91CE-ACD7CD042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Space sensors get corrupted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Radiation, sweat, movement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R2 = 0.823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9 sensors corrected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5A520C-6EAF-BD21-3FB7-6323DC052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3F30D26-B117-FC57-5411-F56925ABB8F6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BB4581-B2CA-7D53-F4D4-77ADA9D52D25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B4CE9-8051-2798-94F6-7DC2D790E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99070"/>
            <a:ext cx="5019643" cy="31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6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DBC1-0957-A2AE-0083-C692CC91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CEC5B-7FC0-EDFF-5124-60271EB7F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8F808-8C6E-2BA1-3DF6-A3035132E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5510"/>
            <a:ext cx="3293806" cy="67842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Innovation 6: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D2D65-18F0-8637-F441-CED9DA1BC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14 parameters </a:t>
            </a:r>
            <a:r>
              <a:rPr lang="en-GB" dirty="0" err="1">
                <a:solidFill>
                  <a:srgbClr val="FFFF66"/>
                </a:solidFill>
              </a:rPr>
              <a:t>analyzed</a:t>
            </a:r>
            <a:endParaRPr lang="en-GB" dirty="0">
              <a:solidFill>
                <a:srgbClr val="FFFF66"/>
              </a:solidFill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Which data actually matters?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Data-driven ranking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Top biomarkers identified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19C084-D9ED-6BE6-6EDA-30AFA0155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D923897-9B4A-95AE-3A03-CEB848426B0B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CA895A-1012-72D9-54C0-DA58BB516363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BECFB1-C99F-F191-4DA5-76AB0F15D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942" y="2399070"/>
            <a:ext cx="5692877" cy="289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2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444A-9AC0-F69B-6336-728C0871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526ADE-3DAB-F902-EDA5-FDEB8AB3E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729F3C-A7D3-19F0-D7D4-FD486A33F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5510"/>
            <a:ext cx="3293806" cy="67842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Innovation 1: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09CF5-46CE-D0FE-DDC2-B60219BD2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85.25% accuracy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RED recall 10% → 81.48%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No cloud needed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Explainable decisions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1F78DB-8EDB-5877-23F5-BAA4471FF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7D62912-4BB2-DBBB-B69D-4F7249D7C9A0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51384E-7CAA-C911-549C-482CC7F98248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A6BDA-78DD-B364-A3AC-414957ABF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8" y="2286000"/>
            <a:ext cx="603823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17D5-6B65-4490-7912-300B313E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C48A2-8532-6E8D-2AB5-9FF2DFC42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A4FE64-C69D-94DE-B01D-BDE52D312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716" y="752166"/>
            <a:ext cx="7393858" cy="663679"/>
          </a:xfrm>
        </p:spPr>
        <p:txBody>
          <a:bodyPr>
            <a:normAutofit fontScale="90000"/>
          </a:bodyPr>
          <a:lstStyle/>
          <a:p>
            <a:r>
              <a:rPr lang="en-IN" sz="4000" u="sng" dirty="0">
                <a:solidFill>
                  <a:srgbClr val="00FFFF"/>
                </a:solidFill>
                <a:latin typeface="Sitka Text Semibold" pitchFamily="2" charset="0"/>
              </a:rPr>
              <a:t>Real Mission Demo: ARTEMIS II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CC9D-F1A5-55E9-1322-C39514BE9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3172B7-B97F-D8A7-91AE-51B70C163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A7EEAC7-4B41-4DA7-F26B-2A77663CF5A2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74E0F6-BAA4-4503-D734-249F5BC4033D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BFE6B2-E374-E148-BE69-18C402CA1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25" y="1590751"/>
            <a:ext cx="8836749" cy="43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EA42-2537-71B6-68F8-029A8481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32AC56-BC7F-DEBC-4DA6-EFAAD6879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91B74C-21A6-B11E-A793-C58E1058A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2167"/>
            <a:ext cx="5712542" cy="1091385"/>
          </a:xfrm>
        </p:spPr>
        <p:txBody>
          <a:bodyPr>
            <a:normAutofit fontScale="90000"/>
          </a:bodyPr>
          <a:lstStyle/>
          <a:p>
            <a:r>
              <a:rPr lang="en-IN" sz="4000" u="sng" dirty="0">
                <a:solidFill>
                  <a:srgbClr val="00FFFF"/>
                </a:solidFill>
                <a:latin typeface="Sitka Text Semibold" pitchFamily="2" charset="0"/>
              </a:rPr>
              <a:t>Why ASTROVITAL for You: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DE0F4-534C-EFE1-DAC6-ECB71CBE6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E20434-FBF9-FE86-C19B-5FAC0346B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31C772D5-E18E-0D6B-D563-E65F08618B6F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68C720-6FE2-C0B3-BF6F-26EAED1E514B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6CC5D96-39CC-9046-7542-09C076ECA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910492"/>
              </p:ext>
            </p:extLst>
          </p:nvPr>
        </p:nvGraphicFramePr>
        <p:xfrm>
          <a:off x="2031999" y="1986117"/>
          <a:ext cx="8606503" cy="3795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7992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86EA-0BE4-F525-DE68-EE6821C3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C1A75-C21A-DE57-8B24-4D3F45C0B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776516-D75F-D1E0-CDA7-0CE80656A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853" y="752167"/>
            <a:ext cx="4614606" cy="1091385"/>
          </a:xfrm>
        </p:spPr>
        <p:txBody>
          <a:bodyPr>
            <a:normAutofit fontScale="90000"/>
          </a:bodyPr>
          <a:lstStyle/>
          <a:p>
            <a:r>
              <a:rPr lang="en-GB" sz="4000" b="1" u="sng" dirty="0">
                <a:solidFill>
                  <a:srgbClr val="00FFFF"/>
                </a:solidFill>
                <a:latin typeface="Sitka Text Semibold" pitchFamily="2" charset="0"/>
                <a:cs typeface="Times New Roman" panose="02020603050405020304" pitchFamily="18" charset="0"/>
              </a:rPr>
              <a:t>FUTURE OF ASTROVITAL: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9147F-CA9C-237B-AB6F-B29BDCF54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982064" cy="281202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C900B7-DA5A-2889-EE64-D1F490F33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42FD3AB-47C2-20D1-76CD-F7F0956AC48A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132BDE-5468-895C-C4F4-29E94B6F52AD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846D6AD-CA7D-AF28-9D27-F8855A067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653981"/>
              </p:ext>
            </p:extLst>
          </p:nvPr>
        </p:nvGraphicFramePr>
        <p:xfrm>
          <a:off x="1864852" y="1248697"/>
          <a:ext cx="8075561" cy="4852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6152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3AB82-A727-4F23-4DFE-B7C677C7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4DF33-8A2B-BB5C-23D8-1508F9CDD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48760-B7DE-B2E4-244A-9863C2824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853" y="752167"/>
            <a:ext cx="5348748" cy="109138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Research Credibility: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9DEB9-967E-3E91-9DA4-ACCA46CF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3510116" cy="2812027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12 papers reviewed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Independent research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FF66"/>
                </a:solidFill>
              </a:rPr>
              <a:t> Acta </a:t>
            </a:r>
            <a:r>
              <a:rPr lang="en-GB" dirty="0" err="1">
                <a:solidFill>
                  <a:srgbClr val="FFFF66"/>
                </a:solidFill>
              </a:rPr>
              <a:t>Astronautica</a:t>
            </a:r>
            <a:r>
              <a:rPr lang="en-GB" dirty="0">
                <a:solidFill>
                  <a:srgbClr val="FFFF66"/>
                </a:solidFill>
              </a:rPr>
              <a:t> target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E505A7-2344-9FAB-6841-6FA4E266E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BA40775-73F7-F8F2-1C80-7B4C5A17C41E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5D958A-7A50-77CD-970C-1D7CFF0EE254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05B4D5-3145-2033-F268-2EC2B8751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006" y="1976284"/>
            <a:ext cx="4147984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A6579-6076-10DA-F9D8-942B17B8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59ED9-9B98-4476-2AA7-7C59F1EC4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466862-931C-B081-AD07-0B52C4BA0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853" y="752167"/>
            <a:ext cx="8478682" cy="107663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FFFF"/>
                </a:solidFill>
                <a:latin typeface="Sitka Text Semibold" pitchFamily="2" charset="0"/>
              </a:rPr>
              <a:t>Conclusion:</a:t>
            </a:r>
            <a:endParaRPr lang="en-IN" sz="4000" b="1" u="sng" dirty="0">
              <a:solidFill>
                <a:srgbClr val="00FFFF"/>
              </a:solidFill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7DA6F-441F-AA6F-72C2-442D6EA86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8770374" cy="281202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dirty="0">
                <a:solidFill>
                  <a:srgbClr val="FFFF66"/>
                </a:solidFill>
              </a:rPr>
              <a:t>"Because Every Heartbeat in Space Matters."</a:t>
            </a:r>
            <a:endParaRPr lang="en-IN" dirty="0">
              <a:solidFill>
                <a:srgbClr val="FFFF66"/>
              </a:solidFill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rgbClr val="FFFF66"/>
                </a:solidFill>
              </a:rPr>
              <a:t>GitHub – GOURGOPAL618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rgbClr val="FFFF66"/>
                </a:solidFill>
              </a:rPr>
              <a:t>Available for internship / collaboration</a:t>
            </a:r>
            <a:endParaRPr lang="en-GB" b="1" dirty="0">
              <a:solidFill>
                <a:srgbClr val="FFFF66"/>
              </a:solidFill>
              <a:latin typeface="Sitka Tex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324D7-9C9B-C78E-7628-FF0A4FABE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3E09E785-9C29-6B5C-0A86-2EDCAD51269B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1F84A0-B141-AE25-DEC6-2C3388CC739D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02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02E40-D97A-E3CF-924B-BC27BFCA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A084D1-0314-7BE2-E2A4-88F1677D2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4ADE9F-3465-1FFF-F713-83EB48BE2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853" y="752167"/>
            <a:ext cx="8478682" cy="1076633"/>
          </a:xfrm>
        </p:spPr>
        <p:txBody>
          <a:bodyPr>
            <a:normAutofit/>
          </a:bodyPr>
          <a:lstStyle/>
          <a:p>
            <a:r>
              <a:rPr lang="en-GB" sz="4000" b="1" u="sng" dirty="0">
                <a:solidFill>
                  <a:srgbClr val="00FFFF"/>
                </a:solidFill>
                <a:latin typeface="Sitka Text Semibold" pitchFamily="2" charset="0"/>
                <a:cs typeface="Times New Roman" panose="02020603050405020304" pitchFamily="18" charset="0"/>
              </a:rPr>
              <a:t>T</a:t>
            </a:r>
            <a:r>
              <a:rPr lang="en-IN" sz="4000" b="1" u="sng" dirty="0">
                <a:solidFill>
                  <a:srgbClr val="00FFFF"/>
                </a:solidFill>
                <a:latin typeface="Sitka Text Semibold" pitchFamily="2" charset="0"/>
                <a:cs typeface="Times New Roman" panose="02020603050405020304" pitchFamily="18" charset="0"/>
              </a:rPr>
              <a:t>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B71BC-D731-F7B4-BBCF-A4A22330D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2399070"/>
            <a:ext cx="8770374" cy="183863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rgbClr val="FFFF66"/>
                </a:solidFill>
                <a:latin typeface="Sitka Text Semibold" pitchFamily="2" charset="0"/>
              </a:rPr>
              <a:t>VITALX CORE V1 – AN INTELLECTUAL PROPERTY AND THE 1</a:t>
            </a:r>
            <a:r>
              <a:rPr lang="en-GB" b="1" baseline="30000" dirty="0">
                <a:solidFill>
                  <a:srgbClr val="FFFF66"/>
                </a:solidFill>
                <a:latin typeface="Sitka Text Semibold" pitchFamily="2" charset="0"/>
              </a:rPr>
              <a:t>ST</a:t>
            </a:r>
            <a:r>
              <a:rPr lang="en-GB" b="1" dirty="0">
                <a:solidFill>
                  <a:srgbClr val="FFFF66"/>
                </a:solidFill>
                <a:latin typeface="Sitka Text Semibold" pitchFamily="2" charset="0"/>
              </a:rPr>
              <a:t> PRODUCT OF ASTROVITAL AI 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9D2CA8-E27C-29C4-0E3B-672D88C6E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45"/>
            <a:ext cx="1435510" cy="120445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8D21367-84DB-AF54-6EC6-BE3ED0994308}"/>
              </a:ext>
            </a:extLst>
          </p:cNvPr>
          <p:cNvSpPr/>
          <p:nvPr/>
        </p:nvSpPr>
        <p:spPr>
          <a:xfrm>
            <a:off x="11316929" y="6272980"/>
            <a:ext cx="599768" cy="585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4F0FD8-A136-7990-C696-9858F5CA5BB8}"/>
              </a:ext>
            </a:extLst>
          </p:cNvPr>
          <p:cNvSpPr/>
          <p:nvPr/>
        </p:nvSpPr>
        <p:spPr>
          <a:xfrm>
            <a:off x="3362632" y="6100915"/>
            <a:ext cx="5348749" cy="4375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© 2026 </a:t>
            </a:r>
            <a:r>
              <a:rPr lang="en-GB" dirty="0" err="1"/>
              <a:t>Gouragopal</a:t>
            </a:r>
            <a:r>
              <a:rPr lang="en-GB" dirty="0"/>
              <a:t> Mohapatra — All Rights Reserved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D8AB41-362B-F29A-AF34-CE235E05E791}"/>
              </a:ext>
            </a:extLst>
          </p:cNvPr>
          <p:cNvSpPr/>
          <p:nvPr/>
        </p:nvSpPr>
        <p:spPr>
          <a:xfrm>
            <a:off x="4011561" y="5036572"/>
            <a:ext cx="4090220" cy="5112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itka Text Semibold" pitchFamily="2" charset="0"/>
              </a:rPr>
              <a:t>© 2026 ASTROVITAL AI  — All Rights Reserved</a:t>
            </a:r>
            <a:endParaRPr lang="en-IN" dirty="0"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9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415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Sitka Text Semibold</vt:lpstr>
      <vt:lpstr>Times New Roman</vt:lpstr>
      <vt:lpstr>Wingdings</vt:lpstr>
      <vt:lpstr>Office Theme</vt:lpstr>
      <vt:lpstr>ASTROVITAL AI : VITALX CORE V1</vt:lpstr>
      <vt:lpstr>Who Am I</vt:lpstr>
      <vt:lpstr>The Problem:</vt:lpstr>
      <vt:lpstr>The Research Gap:</vt:lpstr>
      <vt:lpstr>What I Built:</vt:lpstr>
      <vt:lpstr>Innovation 3:</vt:lpstr>
      <vt:lpstr>Innovation 6:</vt:lpstr>
      <vt:lpstr>Innovation 1:</vt:lpstr>
      <vt:lpstr>Real Mission Demo: ARTEMIS II</vt:lpstr>
      <vt:lpstr>Why ASTROVITAL for You:</vt:lpstr>
      <vt:lpstr>FUTURE OF ASTROVITAL:</vt:lpstr>
      <vt:lpstr>Research Credibility: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GOURGOPAL MOHAPATRA</dc:creator>
  <cp:lastModifiedBy>GOURGOPAL MOHAPATRA</cp:lastModifiedBy>
  <cp:revision>1</cp:revision>
  <dcterms:created xsi:type="dcterms:W3CDTF">2026-05-07T16:52:12Z</dcterms:created>
  <dcterms:modified xsi:type="dcterms:W3CDTF">2026-05-07T18:25:11Z</dcterms:modified>
</cp:coreProperties>
</file>