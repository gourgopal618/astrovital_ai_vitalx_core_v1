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22E63-2999-4237-9748-49F03CDA9552}" v="164" dt="2026-05-06T19:23:20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GOPAL MOHAPATRA" userId="257a73ecd41559ee" providerId="LiveId" clId="{1665CEDD-E3C5-4169-A1D5-EF61A31A9D34}"/>
    <pc:docChg chg="undo custSel addSld delSld modSld sldOrd">
      <pc:chgData name="GOURGOPAL MOHAPATRA" userId="257a73ecd41559ee" providerId="LiveId" clId="{1665CEDD-E3C5-4169-A1D5-EF61A31A9D34}" dt="2026-05-06T19:28:17.283" v="1616" actId="1076"/>
      <pc:docMkLst>
        <pc:docMk/>
      </pc:docMkLst>
      <pc:sldChg chg="modSp mod modAnim">
        <pc:chgData name="GOURGOPAL MOHAPATRA" userId="257a73ecd41559ee" providerId="LiveId" clId="{1665CEDD-E3C5-4169-A1D5-EF61A31A9D34}" dt="2026-05-06T19:15:08.910" v="1543"/>
        <pc:sldMkLst>
          <pc:docMk/>
          <pc:sldMk cId="4272644493" sldId="257"/>
        </pc:sldMkLst>
        <pc:spChg chg="mod">
          <ac:chgData name="GOURGOPAL MOHAPATRA" userId="257a73ecd41559ee" providerId="LiveId" clId="{1665CEDD-E3C5-4169-A1D5-EF61A31A9D34}" dt="2026-05-06T15:13:44.231" v="0" actId="207"/>
          <ac:spMkLst>
            <pc:docMk/>
            <pc:sldMk cId="4272644493" sldId="257"/>
            <ac:spMk id="3" creationId="{94DD1761-7579-850A-8A80-CC9BA25DB1D0}"/>
          </ac:spMkLst>
        </pc:spChg>
        <pc:picChg chg="mod">
          <ac:chgData name="GOURGOPAL MOHAPATRA" userId="257a73ecd41559ee" providerId="LiveId" clId="{1665CEDD-E3C5-4169-A1D5-EF61A31A9D34}" dt="2026-05-06T15:14:19.685" v="4" actId="14100"/>
          <ac:picMkLst>
            <pc:docMk/>
            <pc:sldMk cId="4272644493" sldId="257"/>
            <ac:picMk id="6" creationId="{C4A39B8B-73BE-35D4-1718-8632EBC85353}"/>
          </ac:picMkLst>
        </pc:picChg>
        <pc:picChg chg="mod">
          <ac:chgData name="GOURGOPAL MOHAPATRA" userId="257a73ecd41559ee" providerId="LiveId" clId="{1665CEDD-E3C5-4169-A1D5-EF61A31A9D34}" dt="2026-05-06T15:14:10.011" v="2" actId="14100"/>
          <ac:picMkLst>
            <pc:docMk/>
            <pc:sldMk cId="4272644493" sldId="257"/>
            <ac:picMk id="8" creationId="{943C3C5E-F55B-AD02-D854-C05FE174D9F3}"/>
          </ac:picMkLst>
        </pc:picChg>
      </pc:sldChg>
      <pc:sldChg chg="modSp mod modAnim">
        <pc:chgData name="GOURGOPAL MOHAPATRA" userId="257a73ecd41559ee" providerId="LiveId" clId="{1665CEDD-E3C5-4169-A1D5-EF61A31A9D34}" dt="2026-05-06T19:15:34.134" v="1545"/>
        <pc:sldMkLst>
          <pc:docMk/>
          <pc:sldMk cId="1391392589" sldId="258"/>
        </pc:sldMkLst>
        <pc:picChg chg="mod">
          <ac:chgData name="GOURGOPAL MOHAPATRA" userId="257a73ecd41559ee" providerId="LiveId" clId="{1665CEDD-E3C5-4169-A1D5-EF61A31A9D34}" dt="2026-05-06T15:15:11.043" v="10" actId="14100"/>
          <ac:picMkLst>
            <pc:docMk/>
            <pc:sldMk cId="1391392589" sldId="258"/>
            <ac:picMk id="6" creationId="{3217BDCF-1BD4-5083-975E-3900ED38AA95}"/>
          </ac:picMkLst>
        </pc:picChg>
      </pc:sldChg>
      <pc:sldChg chg="addSp modSp add mod modAnim">
        <pc:chgData name="GOURGOPAL MOHAPATRA" userId="257a73ecd41559ee" providerId="LiveId" clId="{1665CEDD-E3C5-4169-A1D5-EF61A31A9D34}" dt="2026-05-06T19:27:33.666" v="1608" actId="1076"/>
        <pc:sldMkLst>
          <pc:docMk/>
          <pc:sldMk cId="2391692178" sldId="259"/>
        </pc:sldMkLst>
        <pc:spChg chg="mod">
          <ac:chgData name="GOURGOPAL MOHAPATRA" userId="257a73ecd41559ee" providerId="LiveId" clId="{1665CEDD-E3C5-4169-A1D5-EF61A31A9D34}" dt="2026-05-06T18:03:43.980" v="233" actId="115"/>
          <ac:spMkLst>
            <pc:docMk/>
            <pc:sldMk cId="2391692178" sldId="259"/>
            <ac:spMk id="2" creationId="{14DAEFF2-C424-D663-F041-C87DEC72AB6E}"/>
          </ac:spMkLst>
        </pc:spChg>
        <pc:spChg chg="mod">
          <ac:chgData name="GOURGOPAL MOHAPATRA" userId="257a73ecd41559ee" providerId="LiveId" clId="{1665CEDD-E3C5-4169-A1D5-EF61A31A9D34}" dt="2026-05-06T18:13:24.148" v="374" actId="20577"/>
          <ac:spMkLst>
            <pc:docMk/>
            <pc:sldMk cId="2391692178" sldId="259"/>
            <ac:spMk id="3" creationId="{02EADFFB-FF15-81A4-B6D1-EF311CE08565}"/>
          </ac:spMkLst>
        </pc:spChg>
        <pc:spChg chg="mod">
          <ac:chgData name="GOURGOPAL MOHAPATRA" userId="257a73ecd41559ee" providerId="LiveId" clId="{1665CEDD-E3C5-4169-A1D5-EF61A31A9D34}" dt="2026-05-06T17:57:10.558" v="85" actId="20577"/>
          <ac:spMkLst>
            <pc:docMk/>
            <pc:sldMk cId="2391692178" sldId="259"/>
            <ac:spMk id="4" creationId="{DD18AF81-6CC3-3011-ACBE-255FD1DB5DB7}"/>
          </ac:spMkLst>
        </pc:spChg>
        <pc:picChg chg="mod">
          <ac:chgData name="GOURGOPAL MOHAPATRA" userId="257a73ecd41559ee" providerId="LiveId" clId="{1665CEDD-E3C5-4169-A1D5-EF61A31A9D34}" dt="2026-05-06T19:27:33.666" v="1608" actId="1076"/>
          <ac:picMkLst>
            <pc:docMk/>
            <pc:sldMk cId="2391692178" sldId="259"/>
            <ac:picMk id="5" creationId="{C11D0969-6948-AD9C-8DD3-C4936D7B21C5}"/>
          </ac:picMkLst>
        </pc:picChg>
        <pc:picChg chg="add mod">
          <ac:chgData name="GOURGOPAL MOHAPATRA" userId="257a73ecd41559ee" providerId="LiveId" clId="{1665CEDD-E3C5-4169-A1D5-EF61A31A9D34}" dt="2026-05-06T17:56:47.396" v="81" actId="1076"/>
          <ac:picMkLst>
            <pc:docMk/>
            <pc:sldMk cId="2391692178" sldId="259"/>
            <ac:picMk id="8" creationId="{A22E4750-F2FF-1238-E2E0-A3CF72F8BA95}"/>
          </ac:picMkLst>
        </pc:picChg>
      </pc:sldChg>
      <pc:sldChg chg="new del">
        <pc:chgData name="GOURGOPAL MOHAPATRA" userId="257a73ecd41559ee" providerId="LiveId" clId="{1665CEDD-E3C5-4169-A1D5-EF61A31A9D34}" dt="2026-05-06T17:47:19.366" v="12" actId="2696"/>
        <pc:sldMkLst>
          <pc:docMk/>
          <pc:sldMk cId="4235349858" sldId="259"/>
        </pc:sldMkLst>
      </pc:sldChg>
      <pc:sldChg chg="addSp delSp modSp add mod modAnim">
        <pc:chgData name="GOURGOPAL MOHAPATRA" userId="257a73ecd41559ee" providerId="LiveId" clId="{1665CEDD-E3C5-4169-A1D5-EF61A31A9D34}" dt="2026-05-06T19:16:33.890" v="1553"/>
        <pc:sldMkLst>
          <pc:docMk/>
          <pc:sldMk cId="1455058800" sldId="260"/>
        </pc:sldMkLst>
        <pc:spChg chg="mod">
          <ac:chgData name="GOURGOPAL MOHAPATRA" userId="257a73ecd41559ee" providerId="LiveId" clId="{1665CEDD-E3C5-4169-A1D5-EF61A31A9D34}" dt="2026-05-06T18:03:34.311" v="232" actId="115"/>
          <ac:spMkLst>
            <pc:docMk/>
            <pc:sldMk cId="1455058800" sldId="260"/>
            <ac:spMk id="2" creationId="{BC6C4E57-A2D3-4BC8-1689-D23B7EE7611E}"/>
          </ac:spMkLst>
        </pc:spChg>
        <pc:spChg chg="mod">
          <ac:chgData name="GOURGOPAL MOHAPATRA" userId="257a73ecd41559ee" providerId="LiveId" clId="{1665CEDD-E3C5-4169-A1D5-EF61A31A9D34}" dt="2026-05-06T18:13:04.367" v="370" actId="120"/>
          <ac:spMkLst>
            <pc:docMk/>
            <pc:sldMk cId="1455058800" sldId="260"/>
            <ac:spMk id="3" creationId="{9028B575-2EC5-9213-5465-4ADBAED8B04D}"/>
          </ac:spMkLst>
        </pc:spChg>
        <pc:spChg chg="mod">
          <ac:chgData name="GOURGOPAL MOHAPATRA" userId="257a73ecd41559ee" providerId="LiveId" clId="{1665CEDD-E3C5-4169-A1D5-EF61A31A9D34}" dt="2026-05-06T18:01:55.238" v="183" actId="20577"/>
          <ac:spMkLst>
            <pc:docMk/>
            <pc:sldMk cId="1455058800" sldId="260"/>
            <ac:spMk id="4" creationId="{D74EB254-68FD-833D-4BDB-67EE4CDC7F7C}"/>
          </ac:spMkLst>
        </pc:spChg>
        <pc:picChg chg="mod">
          <ac:chgData name="GOURGOPAL MOHAPATRA" userId="257a73ecd41559ee" providerId="LiveId" clId="{1665CEDD-E3C5-4169-A1D5-EF61A31A9D34}" dt="2026-05-06T18:03:21.213" v="231" actId="1076"/>
          <ac:picMkLst>
            <pc:docMk/>
            <pc:sldMk cId="1455058800" sldId="260"/>
            <ac:picMk id="5" creationId="{F49583AE-8F69-D4B5-CEE8-3353B5EAC6BA}"/>
          </ac:picMkLst>
        </pc:picChg>
        <pc:picChg chg="del">
          <ac:chgData name="GOURGOPAL MOHAPATRA" userId="257a73ecd41559ee" providerId="LiveId" clId="{1665CEDD-E3C5-4169-A1D5-EF61A31A9D34}" dt="2026-05-06T17:59:40.043" v="171" actId="21"/>
          <ac:picMkLst>
            <pc:docMk/>
            <pc:sldMk cId="1455058800" sldId="260"/>
            <ac:picMk id="8" creationId="{E85E7FAA-17EA-66B4-220E-DF5FC19E95F1}"/>
          </ac:picMkLst>
        </pc:picChg>
        <pc:picChg chg="add del mod">
          <ac:chgData name="GOURGOPAL MOHAPATRA" userId="257a73ecd41559ee" providerId="LiveId" clId="{1665CEDD-E3C5-4169-A1D5-EF61A31A9D34}" dt="2026-05-06T18:00:33.960" v="173" actId="21"/>
          <ac:picMkLst>
            <pc:docMk/>
            <pc:sldMk cId="1455058800" sldId="260"/>
            <ac:picMk id="10" creationId="{CA65297B-95B4-3344-A723-B87412D5CB53}"/>
          </ac:picMkLst>
        </pc:picChg>
        <pc:picChg chg="add mod">
          <ac:chgData name="GOURGOPAL MOHAPATRA" userId="257a73ecd41559ee" providerId="LiveId" clId="{1665CEDD-E3C5-4169-A1D5-EF61A31A9D34}" dt="2026-05-06T18:01:44.823" v="181" actId="14100"/>
          <ac:picMkLst>
            <pc:docMk/>
            <pc:sldMk cId="1455058800" sldId="260"/>
            <ac:picMk id="12" creationId="{D508A46F-4F89-8F45-D39C-31B3A2B6127E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7:41.536" v="1609" actId="1076"/>
        <pc:sldMkLst>
          <pc:docMk/>
          <pc:sldMk cId="235811726" sldId="261"/>
        </pc:sldMkLst>
        <pc:spChg chg="mod">
          <ac:chgData name="GOURGOPAL MOHAPATRA" userId="257a73ecd41559ee" providerId="LiveId" clId="{1665CEDD-E3C5-4169-A1D5-EF61A31A9D34}" dt="2026-05-06T18:03:52.884" v="234" actId="115"/>
          <ac:spMkLst>
            <pc:docMk/>
            <pc:sldMk cId="235811726" sldId="261"/>
            <ac:spMk id="2" creationId="{5D7CAFB4-3A89-5399-110C-2CE3707B06E2}"/>
          </ac:spMkLst>
        </pc:spChg>
        <pc:spChg chg="mod">
          <ac:chgData name="GOURGOPAL MOHAPATRA" userId="257a73ecd41559ee" providerId="LiveId" clId="{1665CEDD-E3C5-4169-A1D5-EF61A31A9D34}" dt="2026-05-06T18:12:46.686" v="368" actId="20577"/>
          <ac:spMkLst>
            <pc:docMk/>
            <pc:sldMk cId="235811726" sldId="261"/>
            <ac:spMk id="3" creationId="{90754212-DCF3-9CF3-DCC1-D6A3C7E92DA8}"/>
          </ac:spMkLst>
        </pc:spChg>
        <pc:spChg chg="mod">
          <ac:chgData name="GOURGOPAL MOHAPATRA" userId="257a73ecd41559ee" providerId="LiveId" clId="{1665CEDD-E3C5-4169-A1D5-EF61A31A9D34}" dt="2026-05-06T18:07:24.813" v="273" actId="20577"/>
          <ac:spMkLst>
            <pc:docMk/>
            <pc:sldMk cId="235811726" sldId="261"/>
            <ac:spMk id="4" creationId="{E2ADC524-E9EE-C807-CBA7-EEE19FE37423}"/>
          </ac:spMkLst>
        </pc:spChg>
        <pc:picChg chg="mod">
          <ac:chgData name="GOURGOPAL MOHAPATRA" userId="257a73ecd41559ee" providerId="LiveId" clId="{1665CEDD-E3C5-4169-A1D5-EF61A31A9D34}" dt="2026-05-06T19:27:41.536" v="1609" actId="1076"/>
          <ac:picMkLst>
            <pc:docMk/>
            <pc:sldMk cId="235811726" sldId="261"/>
            <ac:picMk id="5" creationId="{2181D7C7-0F15-A70D-8D61-FF7D314E9668}"/>
          </ac:picMkLst>
        </pc:picChg>
        <pc:picChg chg="add mod">
          <ac:chgData name="GOURGOPAL MOHAPATRA" userId="257a73ecd41559ee" providerId="LiveId" clId="{1665CEDD-E3C5-4169-A1D5-EF61A31A9D34}" dt="2026-05-06T18:06:23.757" v="269" actId="14100"/>
          <ac:picMkLst>
            <pc:docMk/>
            <pc:sldMk cId="235811726" sldId="261"/>
            <ac:picMk id="8" creationId="{22C81FFE-D9E9-2C54-2E50-928373C9AF88}"/>
          </ac:picMkLst>
        </pc:picChg>
        <pc:picChg chg="del">
          <ac:chgData name="GOURGOPAL MOHAPATRA" userId="257a73ecd41559ee" providerId="LiveId" clId="{1665CEDD-E3C5-4169-A1D5-EF61A31A9D34}" dt="2026-05-06T18:02:09.058" v="185" actId="21"/>
          <ac:picMkLst>
            <pc:docMk/>
            <pc:sldMk cId="235811726" sldId="261"/>
            <ac:picMk id="12" creationId="{CFEC7A28-D2AD-B070-4188-7220871D20BD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7:47.524" v="1610" actId="1076"/>
        <pc:sldMkLst>
          <pc:docMk/>
          <pc:sldMk cId="57276312" sldId="262"/>
        </pc:sldMkLst>
        <pc:spChg chg="mod">
          <ac:chgData name="GOURGOPAL MOHAPATRA" userId="257a73ecd41559ee" providerId="LiveId" clId="{1665CEDD-E3C5-4169-A1D5-EF61A31A9D34}" dt="2026-05-06T18:08:51.413" v="327" actId="20577"/>
          <ac:spMkLst>
            <pc:docMk/>
            <pc:sldMk cId="57276312" sldId="262"/>
            <ac:spMk id="2" creationId="{B88DF82C-0BAB-623A-4B20-0B420D1C39C4}"/>
          </ac:spMkLst>
        </pc:spChg>
        <pc:spChg chg="mod">
          <ac:chgData name="GOURGOPAL MOHAPATRA" userId="257a73ecd41559ee" providerId="LiveId" clId="{1665CEDD-E3C5-4169-A1D5-EF61A31A9D34}" dt="2026-05-06T18:11:32.304" v="360" actId="207"/>
          <ac:spMkLst>
            <pc:docMk/>
            <pc:sldMk cId="57276312" sldId="262"/>
            <ac:spMk id="3" creationId="{9A113D50-F2B2-0DFA-30E5-09895486268D}"/>
          </ac:spMkLst>
        </pc:spChg>
        <pc:spChg chg="mod">
          <ac:chgData name="GOURGOPAL MOHAPATRA" userId="257a73ecd41559ee" providerId="LiveId" clId="{1665CEDD-E3C5-4169-A1D5-EF61A31A9D34}" dt="2026-05-06T18:21:32.332" v="550" actId="20577"/>
          <ac:spMkLst>
            <pc:docMk/>
            <pc:sldMk cId="57276312" sldId="262"/>
            <ac:spMk id="4" creationId="{FCCF915B-3A96-A702-BA8E-6DBD4845D187}"/>
          </ac:spMkLst>
        </pc:spChg>
        <pc:picChg chg="mod">
          <ac:chgData name="GOURGOPAL MOHAPATRA" userId="257a73ecd41559ee" providerId="LiveId" clId="{1665CEDD-E3C5-4169-A1D5-EF61A31A9D34}" dt="2026-05-06T19:27:47.524" v="1610" actId="1076"/>
          <ac:picMkLst>
            <pc:docMk/>
            <pc:sldMk cId="57276312" sldId="262"/>
            <ac:picMk id="5" creationId="{0F4A70B1-BF54-E224-59EF-B2E718D5EABB}"/>
          </ac:picMkLst>
        </pc:picChg>
        <pc:picChg chg="del">
          <ac:chgData name="GOURGOPAL MOHAPATRA" userId="257a73ecd41559ee" providerId="LiveId" clId="{1665CEDD-E3C5-4169-A1D5-EF61A31A9D34}" dt="2026-05-06T18:11:39.267" v="361" actId="21"/>
          <ac:picMkLst>
            <pc:docMk/>
            <pc:sldMk cId="57276312" sldId="262"/>
            <ac:picMk id="8" creationId="{C6D16BC3-15A4-72A9-BB83-E05CD089E1C9}"/>
          </ac:picMkLst>
        </pc:picChg>
        <pc:picChg chg="add mod">
          <ac:chgData name="GOURGOPAL MOHAPATRA" userId="257a73ecd41559ee" providerId="LiveId" clId="{1665CEDD-E3C5-4169-A1D5-EF61A31A9D34}" dt="2026-05-06T18:12:05.423" v="366" actId="1076"/>
          <ac:picMkLst>
            <pc:docMk/>
            <pc:sldMk cId="57276312" sldId="262"/>
            <ac:picMk id="10" creationId="{F072A46B-2A5A-8E7D-84FF-577F42C995C9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7:51.280" v="1611" actId="1076"/>
        <pc:sldMkLst>
          <pc:docMk/>
          <pc:sldMk cId="3730754010" sldId="263"/>
        </pc:sldMkLst>
        <pc:spChg chg="mod">
          <ac:chgData name="GOURGOPAL MOHAPATRA" userId="257a73ecd41559ee" providerId="LiveId" clId="{1665CEDD-E3C5-4169-A1D5-EF61A31A9D34}" dt="2026-05-06T18:14:04.387" v="441" actId="20577"/>
          <ac:spMkLst>
            <pc:docMk/>
            <pc:sldMk cId="3730754010" sldId="263"/>
            <ac:spMk id="2" creationId="{694DD374-D2DE-86CF-F3BF-F36DE864666D}"/>
          </ac:spMkLst>
        </pc:spChg>
        <pc:spChg chg="mod">
          <ac:chgData name="GOURGOPAL MOHAPATRA" userId="257a73ecd41559ee" providerId="LiveId" clId="{1665CEDD-E3C5-4169-A1D5-EF61A31A9D34}" dt="2026-05-06T18:16:03.308" v="462" actId="207"/>
          <ac:spMkLst>
            <pc:docMk/>
            <pc:sldMk cId="3730754010" sldId="263"/>
            <ac:spMk id="3" creationId="{7E29716B-5E08-2819-0BEF-0CBF794320DB}"/>
          </ac:spMkLst>
        </pc:spChg>
        <pc:spChg chg="mod">
          <ac:chgData name="GOURGOPAL MOHAPATRA" userId="257a73ecd41559ee" providerId="LiveId" clId="{1665CEDD-E3C5-4169-A1D5-EF61A31A9D34}" dt="2026-05-06T18:21:39.342" v="552" actId="20577"/>
          <ac:spMkLst>
            <pc:docMk/>
            <pc:sldMk cId="3730754010" sldId="263"/>
            <ac:spMk id="4" creationId="{89F94A8B-D7F5-8299-A42F-B85188A0944D}"/>
          </ac:spMkLst>
        </pc:spChg>
        <pc:picChg chg="mod">
          <ac:chgData name="GOURGOPAL MOHAPATRA" userId="257a73ecd41559ee" providerId="LiveId" clId="{1665CEDD-E3C5-4169-A1D5-EF61A31A9D34}" dt="2026-05-06T19:27:51.280" v="1611" actId="1076"/>
          <ac:picMkLst>
            <pc:docMk/>
            <pc:sldMk cId="3730754010" sldId="263"/>
            <ac:picMk id="5" creationId="{7B812573-6323-A9DA-801C-1D34F0507169}"/>
          </ac:picMkLst>
        </pc:picChg>
        <pc:picChg chg="add mod">
          <ac:chgData name="GOURGOPAL MOHAPATRA" userId="257a73ecd41559ee" providerId="LiveId" clId="{1665CEDD-E3C5-4169-A1D5-EF61A31A9D34}" dt="2026-05-06T18:17:11.476" v="472" actId="14100"/>
          <ac:picMkLst>
            <pc:docMk/>
            <pc:sldMk cId="3730754010" sldId="263"/>
            <ac:picMk id="8" creationId="{06F326BF-1346-B5E1-2019-90CE8E5F82BA}"/>
          </ac:picMkLst>
        </pc:picChg>
        <pc:picChg chg="del">
          <ac:chgData name="GOURGOPAL MOHAPATRA" userId="257a73ecd41559ee" providerId="LiveId" clId="{1665CEDD-E3C5-4169-A1D5-EF61A31A9D34}" dt="2026-05-06T18:16:07.273" v="463" actId="21"/>
          <ac:picMkLst>
            <pc:docMk/>
            <pc:sldMk cId="3730754010" sldId="263"/>
            <ac:picMk id="10" creationId="{1EC092CD-E17A-B10B-3981-1E7F6E5D143D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7:55.261" v="1612" actId="1076"/>
        <pc:sldMkLst>
          <pc:docMk/>
          <pc:sldMk cId="2996890902" sldId="264"/>
        </pc:sldMkLst>
        <pc:spChg chg="mod">
          <ac:chgData name="GOURGOPAL MOHAPATRA" userId="257a73ecd41559ee" providerId="LiveId" clId="{1665CEDD-E3C5-4169-A1D5-EF61A31A9D34}" dt="2026-05-06T18:19:11.649" v="529" actId="20577"/>
          <ac:spMkLst>
            <pc:docMk/>
            <pc:sldMk cId="2996890902" sldId="264"/>
            <ac:spMk id="2" creationId="{B73BA7D8-9696-F3C3-44C1-43ECD7A710A9}"/>
          </ac:spMkLst>
        </pc:spChg>
        <pc:spChg chg="mod">
          <ac:chgData name="GOURGOPAL MOHAPATRA" userId="257a73ecd41559ee" providerId="LiveId" clId="{1665CEDD-E3C5-4169-A1D5-EF61A31A9D34}" dt="2026-05-06T18:20:56.246" v="548" actId="207"/>
          <ac:spMkLst>
            <pc:docMk/>
            <pc:sldMk cId="2996890902" sldId="264"/>
            <ac:spMk id="3" creationId="{91244D2F-E57E-1D64-BEBB-D62DA717509F}"/>
          </ac:spMkLst>
        </pc:spChg>
        <pc:spChg chg="mod">
          <ac:chgData name="GOURGOPAL MOHAPATRA" userId="257a73ecd41559ee" providerId="LiveId" clId="{1665CEDD-E3C5-4169-A1D5-EF61A31A9D34}" dt="2026-05-06T18:21:46.703" v="554" actId="20577"/>
          <ac:spMkLst>
            <pc:docMk/>
            <pc:sldMk cId="2996890902" sldId="264"/>
            <ac:spMk id="4" creationId="{C67ECEFE-E736-4062-AD4C-B8E0C54DF97C}"/>
          </ac:spMkLst>
        </pc:spChg>
        <pc:picChg chg="mod">
          <ac:chgData name="GOURGOPAL MOHAPATRA" userId="257a73ecd41559ee" providerId="LiveId" clId="{1665CEDD-E3C5-4169-A1D5-EF61A31A9D34}" dt="2026-05-06T19:27:55.261" v="1612" actId="1076"/>
          <ac:picMkLst>
            <pc:docMk/>
            <pc:sldMk cId="2996890902" sldId="264"/>
            <ac:picMk id="5" creationId="{B58F3EC2-E8A2-BB3F-FDE0-C16DBC021E6F}"/>
          </ac:picMkLst>
        </pc:picChg>
        <pc:picChg chg="del">
          <ac:chgData name="GOURGOPAL MOHAPATRA" userId="257a73ecd41559ee" providerId="LiveId" clId="{1665CEDD-E3C5-4169-A1D5-EF61A31A9D34}" dt="2026-05-06T18:21:50.450" v="555" actId="21"/>
          <ac:picMkLst>
            <pc:docMk/>
            <pc:sldMk cId="2996890902" sldId="264"/>
            <ac:picMk id="8" creationId="{7C83F882-05BD-0824-0677-2A525222FC7B}"/>
          </ac:picMkLst>
        </pc:picChg>
        <pc:picChg chg="add mod">
          <ac:chgData name="GOURGOPAL MOHAPATRA" userId="257a73ecd41559ee" providerId="LiveId" clId="{1665CEDD-E3C5-4169-A1D5-EF61A31A9D34}" dt="2026-05-06T18:22:15.138" v="562" actId="1076"/>
          <ac:picMkLst>
            <pc:docMk/>
            <pc:sldMk cId="2996890902" sldId="264"/>
            <ac:picMk id="10" creationId="{C81B691E-BA23-AAB1-1F27-9A36C49E31EE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8:02.831" v="1613" actId="1076"/>
        <pc:sldMkLst>
          <pc:docMk/>
          <pc:sldMk cId="1275405642" sldId="265"/>
        </pc:sldMkLst>
        <pc:spChg chg="mod">
          <ac:chgData name="GOURGOPAL MOHAPATRA" userId="257a73ecd41559ee" providerId="LiveId" clId="{1665CEDD-E3C5-4169-A1D5-EF61A31A9D34}" dt="2026-05-06T18:22:48.314" v="606" actId="27636"/>
          <ac:spMkLst>
            <pc:docMk/>
            <pc:sldMk cId="1275405642" sldId="265"/>
            <ac:spMk id="2" creationId="{03F02C51-FEB9-A8CD-B53A-39B4592C0AC9}"/>
          </ac:spMkLst>
        </pc:spChg>
        <pc:spChg chg="mod">
          <ac:chgData name="GOURGOPAL MOHAPATRA" userId="257a73ecd41559ee" providerId="LiveId" clId="{1665CEDD-E3C5-4169-A1D5-EF61A31A9D34}" dt="2026-05-06T18:30:06.639" v="718" actId="20577"/>
          <ac:spMkLst>
            <pc:docMk/>
            <pc:sldMk cId="1275405642" sldId="265"/>
            <ac:spMk id="3" creationId="{101AD92B-0399-1786-2EC6-97A390CDE4C4}"/>
          </ac:spMkLst>
        </pc:spChg>
        <pc:spChg chg="mod">
          <ac:chgData name="GOURGOPAL MOHAPATRA" userId="257a73ecd41559ee" providerId="LiveId" clId="{1665CEDD-E3C5-4169-A1D5-EF61A31A9D34}" dt="2026-05-06T18:22:28.847" v="565" actId="20577"/>
          <ac:spMkLst>
            <pc:docMk/>
            <pc:sldMk cId="1275405642" sldId="265"/>
            <ac:spMk id="4" creationId="{ADDA7778-14F5-3AFE-7A50-9CA0A591F20D}"/>
          </ac:spMkLst>
        </pc:spChg>
        <pc:picChg chg="mod">
          <ac:chgData name="GOURGOPAL MOHAPATRA" userId="257a73ecd41559ee" providerId="LiveId" clId="{1665CEDD-E3C5-4169-A1D5-EF61A31A9D34}" dt="2026-05-06T19:28:02.831" v="1613" actId="1076"/>
          <ac:picMkLst>
            <pc:docMk/>
            <pc:sldMk cId="1275405642" sldId="265"/>
            <ac:picMk id="5" creationId="{F8AF7BB1-4DD0-81CE-4122-6CB1BF7876E9}"/>
          </ac:picMkLst>
        </pc:picChg>
        <pc:picChg chg="add mod">
          <ac:chgData name="GOURGOPAL MOHAPATRA" userId="257a73ecd41559ee" providerId="LiveId" clId="{1665CEDD-E3C5-4169-A1D5-EF61A31A9D34}" dt="2026-05-06T18:27:09.483" v="635" actId="1076"/>
          <ac:picMkLst>
            <pc:docMk/>
            <pc:sldMk cId="1275405642" sldId="265"/>
            <ac:picMk id="8" creationId="{8E34E368-68F1-6FBC-442C-08B1AFB55FF2}"/>
          </ac:picMkLst>
        </pc:picChg>
        <pc:picChg chg="del">
          <ac:chgData name="GOURGOPAL MOHAPATRA" userId="257a73ecd41559ee" providerId="LiveId" clId="{1665CEDD-E3C5-4169-A1D5-EF61A31A9D34}" dt="2026-05-06T18:24:29.741" v="627" actId="21"/>
          <ac:picMkLst>
            <pc:docMk/>
            <pc:sldMk cId="1275405642" sldId="265"/>
            <ac:picMk id="10" creationId="{4EFED3C5-4F1F-E94D-5139-28676B119E6E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8:06.737" v="1614" actId="1076"/>
        <pc:sldMkLst>
          <pc:docMk/>
          <pc:sldMk cId="2879176428" sldId="266"/>
        </pc:sldMkLst>
        <pc:spChg chg="mod">
          <ac:chgData name="GOURGOPAL MOHAPATRA" userId="257a73ecd41559ee" providerId="LiveId" clId="{1665CEDD-E3C5-4169-A1D5-EF61A31A9D34}" dt="2026-05-06T18:28:14.646" v="692" actId="20577"/>
          <ac:spMkLst>
            <pc:docMk/>
            <pc:sldMk cId="2879176428" sldId="266"/>
            <ac:spMk id="2" creationId="{5588DC0B-1DD5-FF15-62B6-15305A2240CF}"/>
          </ac:spMkLst>
        </pc:spChg>
        <pc:spChg chg="mod">
          <ac:chgData name="GOURGOPAL MOHAPATRA" userId="257a73ecd41559ee" providerId="LiveId" clId="{1665CEDD-E3C5-4169-A1D5-EF61A31A9D34}" dt="2026-05-06T18:35:43.955" v="755" actId="14100"/>
          <ac:spMkLst>
            <pc:docMk/>
            <pc:sldMk cId="2879176428" sldId="266"/>
            <ac:spMk id="3" creationId="{7F9781A1-EB02-04D1-D521-02C324958BE1}"/>
          </ac:spMkLst>
        </pc:spChg>
        <pc:spChg chg="mod">
          <ac:chgData name="GOURGOPAL MOHAPATRA" userId="257a73ecd41559ee" providerId="LiveId" clId="{1665CEDD-E3C5-4169-A1D5-EF61A31A9D34}" dt="2026-05-06T18:27:21.131" v="640" actId="20577"/>
          <ac:spMkLst>
            <pc:docMk/>
            <pc:sldMk cId="2879176428" sldId="266"/>
            <ac:spMk id="4" creationId="{E53D4CD5-7B9F-2B76-6469-257428FDDFAE}"/>
          </ac:spMkLst>
        </pc:spChg>
        <pc:picChg chg="mod">
          <ac:chgData name="GOURGOPAL MOHAPATRA" userId="257a73ecd41559ee" providerId="LiveId" clId="{1665CEDD-E3C5-4169-A1D5-EF61A31A9D34}" dt="2026-05-06T19:28:06.737" v="1614" actId="1076"/>
          <ac:picMkLst>
            <pc:docMk/>
            <pc:sldMk cId="2879176428" sldId="266"/>
            <ac:picMk id="5" creationId="{261574F0-8852-364D-0D48-000C47C704A1}"/>
          </ac:picMkLst>
        </pc:picChg>
        <pc:picChg chg="del">
          <ac:chgData name="GOURGOPAL MOHAPATRA" userId="257a73ecd41559ee" providerId="LiveId" clId="{1665CEDD-E3C5-4169-A1D5-EF61A31A9D34}" dt="2026-05-06T18:28:19.724" v="693" actId="21"/>
          <ac:picMkLst>
            <pc:docMk/>
            <pc:sldMk cId="2879176428" sldId="266"/>
            <ac:picMk id="8" creationId="{5B3F4C80-BD64-0A22-635A-3670E0322FF3}"/>
          </ac:picMkLst>
        </pc:picChg>
        <pc:picChg chg="add mod">
          <ac:chgData name="GOURGOPAL MOHAPATRA" userId="257a73ecd41559ee" providerId="LiveId" clId="{1665CEDD-E3C5-4169-A1D5-EF61A31A9D34}" dt="2026-05-06T18:35:28.447" v="752" actId="14100"/>
          <ac:picMkLst>
            <pc:docMk/>
            <pc:sldMk cId="2879176428" sldId="266"/>
            <ac:picMk id="10" creationId="{8442FB31-7B50-AF24-F70F-C1610E9EAD9A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8:11.494" v="1615" actId="1076"/>
        <pc:sldMkLst>
          <pc:docMk/>
          <pc:sldMk cId="3935875075" sldId="267"/>
        </pc:sldMkLst>
        <pc:spChg chg="mod">
          <ac:chgData name="GOURGOPAL MOHAPATRA" userId="257a73ecd41559ee" providerId="LiveId" clId="{1665CEDD-E3C5-4169-A1D5-EF61A31A9D34}" dt="2026-05-06T18:38:15.575" v="833" actId="20577"/>
          <ac:spMkLst>
            <pc:docMk/>
            <pc:sldMk cId="3935875075" sldId="267"/>
            <ac:spMk id="2" creationId="{8922B3B7-339F-CB97-84AB-8BE304EB745E}"/>
          </ac:spMkLst>
        </pc:spChg>
        <pc:spChg chg="mod">
          <ac:chgData name="GOURGOPAL MOHAPATRA" userId="257a73ecd41559ee" providerId="LiveId" clId="{1665CEDD-E3C5-4169-A1D5-EF61A31A9D34}" dt="2026-05-06T18:39:08.150" v="842" actId="2711"/>
          <ac:spMkLst>
            <pc:docMk/>
            <pc:sldMk cId="3935875075" sldId="267"/>
            <ac:spMk id="3" creationId="{8BD47C96-8F04-390E-655C-A2DEEF013D19}"/>
          </ac:spMkLst>
        </pc:spChg>
        <pc:spChg chg="mod">
          <ac:chgData name="GOURGOPAL MOHAPATRA" userId="257a73ecd41559ee" providerId="LiveId" clId="{1665CEDD-E3C5-4169-A1D5-EF61A31A9D34}" dt="2026-05-06T18:41:47.532" v="854" actId="20577"/>
          <ac:spMkLst>
            <pc:docMk/>
            <pc:sldMk cId="3935875075" sldId="267"/>
            <ac:spMk id="4" creationId="{17F2E547-38B4-9959-F740-AF6E9E8AB365}"/>
          </ac:spMkLst>
        </pc:spChg>
        <pc:picChg chg="mod">
          <ac:chgData name="GOURGOPAL MOHAPATRA" userId="257a73ecd41559ee" providerId="LiveId" clId="{1665CEDD-E3C5-4169-A1D5-EF61A31A9D34}" dt="2026-05-06T19:28:11.494" v="1615" actId="1076"/>
          <ac:picMkLst>
            <pc:docMk/>
            <pc:sldMk cId="3935875075" sldId="267"/>
            <ac:picMk id="5" creationId="{7B0802C6-BA85-518C-AD36-40EB4EE61E3C}"/>
          </ac:picMkLst>
        </pc:picChg>
        <pc:picChg chg="add mod">
          <ac:chgData name="GOURGOPAL MOHAPATRA" userId="257a73ecd41559ee" providerId="LiveId" clId="{1665CEDD-E3C5-4169-A1D5-EF61A31A9D34}" dt="2026-05-06T18:41:41.437" v="852" actId="14100"/>
          <ac:picMkLst>
            <pc:docMk/>
            <pc:sldMk cId="3935875075" sldId="267"/>
            <ac:picMk id="8" creationId="{3C0422B9-E89B-D6A8-10E4-57CC3A5672EC}"/>
          </ac:picMkLst>
        </pc:picChg>
        <pc:picChg chg="del">
          <ac:chgData name="GOURGOPAL MOHAPATRA" userId="257a73ecd41559ee" providerId="LiveId" clId="{1665CEDD-E3C5-4169-A1D5-EF61A31A9D34}" dt="2026-05-06T18:39:13.259" v="843" actId="21"/>
          <ac:picMkLst>
            <pc:docMk/>
            <pc:sldMk cId="3935875075" sldId="267"/>
            <ac:picMk id="10" creationId="{BFE48F21-C231-BA7B-A5A4-FDC8CCF3BD45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0:04.575" v="1583"/>
        <pc:sldMkLst>
          <pc:docMk/>
          <pc:sldMk cId="1013938534" sldId="268"/>
        </pc:sldMkLst>
        <pc:spChg chg="mod">
          <ac:chgData name="GOURGOPAL MOHAPATRA" userId="257a73ecd41559ee" providerId="LiveId" clId="{1665CEDD-E3C5-4169-A1D5-EF61A31A9D34}" dt="2026-05-06T18:42:12.683" v="876" actId="20577"/>
          <ac:spMkLst>
            <pc:docMk/>
            <pc:sldMk cId="1013938534" sldId="268"/>
            <ac:spMk id="2" creationId="{553C78F1-8E41-17EB-C2A2-4C1D3557CCDC}"/>
          </ac:spMkLst>
        </pc:spChg>
        <pc:spChg chg="mod">
          <ac:chgData name="GOURGOPAL MOHAPATRA" userId="257a73ecd41559ee" providerId="LiveId" clId="{1665CEDD-E3C5-4169-A1D5-EF61A31A9D34}" dt="2026-05-06T18:44:20.543" v="926" actId="20577"/>
          <ac:spMkLst>
            <pc:docMk/>
            <pc:sldMk cId="1013938534" sldId="268"/>
            <ac:spMk id="3" creationId="{079AD268-BA9B-D289-07EE-AA15027AFFDF}"/>
          </ac:spMkLst>
        </pc:spChg>
        <pc:spChg chg="mod">
          <ac:chgData name="GOURGOPAL MOHAPATRA" userId="257a73ecd41559ee" providerId="LiveId" clId="{1665CEDD-E3C5-4169-A1D5-EF61A31A9D34}" dt="2026-05-06T18:46:46.107" v="929" actId="20577"/>
          <ac:spMkLst>
            <pc:docMk/>
            <pc:sldMk cId="1013938534" sldId="268"/>
            <ac:spMk id="4" creationId="{794FF496-C402-5E38-AFBD-FACEFA8DA4C9}"/>
          </ac:spMkLst>
        </pc:spChg>
        <pc:picChg chg="mod">
          <ac:chgData name="GOURGOPAL MOHAPATRA" userId="257a73ecd41559ee" providerId="LiveId" clId="{1665CEDD-E3C5-4169-A1D5-EF61A31A9D34}" dt="2026-05-06T18:57:39.738" v="1185" actId="1076"/>
          <ac:picMkLst>
            <pc:docMk/>
            <pc:sldMk cId="1013938534" sldId="268"/>
            <ac:picMk id="5" creationId="{9FF8C309-44C6-8B9A-2DAC-69692E0E0C3E}"/>
          </ac:picMkLst>
        </pc:picChg>
        <pc:picChg chg="del">
          <ac:chgData name="GOURGOPAL MOHAPATRA" userId="257a73ecd41559ee" providerId="LiveId" clId="{1665CEDD-E3C5-4169-A1D5-EF61A31A9D34}" dt="2026-05-06T18:44:26.660" v="927" actId="21"/>
          <ac:picMkLst>
            <pc:docMk/>
            <pc:sldMk cId="1013938534" sldId="268"/>
            <ac:picMk id="8" creationId="{3E2825FF-BB20-16D3-7A13-D280D819E90D}"/>
          </ac:picMkLst>
        </pc:picChg>
        <pc:picChg chg="add mod">
          <ac:chgData name="GOURGOPAL MOHAPATRA" userId="257a73ecd41559ee" providerId="LiveId" clId="{1665CEDD-E3C5-4169-A1D5-EF61A31A9D34}" dt="2026-05-06T18:57:28.689" v="1184" actId="1076"/>
          <ac:picMkLst>
            <pc:docMk/>
            <pc:sldMk cId="1013938534" sldId="268"/>
            <ac:picMk id="10" creationId="{21F7B391-55DA-1508-C3A1-9574CA95EE04}"/>
          </ac:picMkLst>
        </pc:picChg>
      </pc:sldChg>
      <pc:sldChg chg="addSp delSp modSp add mod ord modAnim">
        <pc:chgData name="GOURGOPAL MOHAPATRA" userId="257a73ecd41559ee" providerId="LiveId" clId="{1665CEDD-E3C5-4169-A1D5-EF61A31A9D34}" dt="2026-05-06T19:28:17.283" v="1616" actId="1076"/>
        <pc:sldMkLst>
          <pc:docMk/>
          <pc:sldMk cId="1315571319" sldId="269"/>
        </pc:sldMkLst>
        <pc:spChg chg="mod">
          <ac:chgData name="GOURGOPAL MOHAPATRA" userId="257a73ecd41559ee" providerId="LiveId" clId="{1665CEDD-E3C5-4169-A1D5-EF61A31A9D34}" dt="2026-05-06T18:55:33.975" v="1173" actId="14100"/>
          <ac:spMkLst>
            <pc:docMk/>
            <pc:sldMk cId="1315571319" sldId="269"/>
            <ac:spMk id="2" creationId="{02DEFE1B-FC7E-4FE4-A235-B19A50D144B5}"/>
          </ac:spMkLst>
        </pc:spChg>
        <pc:spChg chg="mod">
          <ac:chgData name="GOURGOPAL MOHAPATRA" userId="257a73ecd41559ee" providerId="LiveId" clId="{1665CEDD-E3C5-4169-A1D5-EF61A31A9D34}" dt="2026-05-06T18:48:11.120" v="1002" actId="20577"/>
          <ac:spMkLst>
            <pc:docMk/>
            <pc:sldMk cId="1315571319" sldId="269"/>
            <ac:spMk id="3" creationId="{067D38F0-1D6B-39AE-226C-C2C3C010B027}"/>
          </ac:spMkLst>
        </pc:spChg>
        <pc:spChg chg="mod">
          <ac:chgData name="GOURGOPAL MOHAPATRA" userId="257a73ecd41559ee" providerId="LiveId" clId="{1665CEDD-E3C5-4169-A1D5-EF61A31A9D34}" dt="2026-05-06T18:55:41.749" v="1175" actId="20577"/>
          <ac:spMkLst>
            <pc:docMk/>
            <pc:sldMk cId="1315571319" sldId="269"/>
            <ac:spMk id="4" creationId="{DCA9A50E-C5E7-0FF2-00D4-1EE6EBFDFE49}"/>
          </ac:spMkLst>
        </pc:spChg>
        <pc:graphicFrameChg chg="add del mod modGraphic">
          <ac:chgData name="GOURGOPAL MOHAPATRA" userId="257a73ecd41559ee" providerId="LiveId" clId="{1665CEDD-E3C5-4169-A1D5-EF61A31A9D34}" dt="2026-05-06T19:04:20.275" v="1280" actId="14100"/>
          <ac:graphicFrameMkLst>
            <pc:docMk/>
            <pc:sldMk cId="1315571319" sldId="269"/>
            <ac:graphicFrameMk id="7" creationId="{DC787427-44F6-50E9-0892-70B0A5E85B25}"/>
          </ac:graphicFrameMkLst>
        </pc:graphicFrameChg>
        <pc:picChg chg="mod">
          <ac:chgData name="GOURGOPAL MOHAPATRA" userId="257a73ecd41559ee" providerId="LiveId" clId="{1665CEDD-E3C5-4169-A1D5-EF61A31A9D34}" dt="2026-05-06T19:28:17.283" v="1616" actId="1076"/>
          <ac:picMkLst>
            <pc:docMk/>
            <pc:sldMk cId="1315571319" sldId="269"/>
            <ac:picMk id="5" creationId="{B7C90645-1F86-8A02-FBF9-C61C64A39DCD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6T19:22:47.626" v="1603"/>
        <pc:sldMkLst>
          <pc:docMk/>
          <pc:sldMk cId="2341155499" sldId="270"/>
        </pc:sldMkLst>
        <pc:spChg chg="mod">
          <ac:chgData name="GOURGOPAL MOHAPATRA" userId="257a73ecd41559ee" providerId="LiveId" clId="{1665CEDD-E3C5-4169-A1D5-EF61A31A9D34}" dt="2026-05-06T19:01:11.460" v="1246" actId="20577"/>
          <ac:spMkLst>
            <pc:docMk/>
            <pc:sldMk cId="2341155499" sldId="270"/>
            <ac:spMk id="2" creationId="{FED56C7E-F43D-C413-FD5D-D4B7C064B211}"/>
          </ac:spMkLst>
        </pc:spChg>
        <pc:spChg chg="mod">
          <ac:chgData name="GOURGOPAL MOHAPATRA" userId="257a73ecd41559ee" providerId="LiveId" clId="{1665CEDD-E3C5-4169-A1D5-EF61A31A9D34}" dt="2026-05-06T19:03:01.320" v="1267" actId="2711"/>
          <ac:spMkLst>
            <pc:docMk/>
            <pc:sldMk cId="2341155499" sldId="270"/>
            <ac:spMk id="3" creationId="{B0F5F85D-96A1-06BC-04B9-56FA92A3D9F3}"/>
          </ac:spMkLst>
        </pc:spChg>
        <pc:spChg chg="mod">
          <ac:chgData name="GOURGOPAL MOHAPATRA" userId="257a73ecd41559ee" providerId="LiveId" clId="{1665CEDD-E3C5-4169-A1D5-EF61A31A9D34}" dt="2026-05-06T19:04:13.209" v="1279" actId="20577"/>
          <ac:spMkLst>
            <pc:docMk/>
            <pc:sldMk cId="2341155499" sldId="270"/>
            <ac:spMk id="4" creationId="{CF9ABB66-B7CD-B655-4FFC-72F0EF4FC42A}"/>
          </ac:spMkLst>
        </pc:spChg>
        <pc:picChg chg="add mod">
          <ac:chgData name="GOURGOPAL MOHAPATRA" userId="257a73ecd41559ee" providerId="LiveId" clId="{1665CEDD-E3C5-4169-A1D5-EF61A31A9D34}" dt="2026-05-06T19:03:31.979" v="1273" actId="14100"/>
          <ac:picMkLst>
            <pc:docMk/>
            <pc:sldMk cId="2341155499" sldId="270"/>
            <ac:picMk id="8" creationId="{B89C912B-3988-20E8-AC38-C58AF35281AA}"/>
          </ac:picMkLst>
        </pc:picChg>
        <pc:picChg chg="del">
          <ac:chgData name="GOURGOPAL MOHAPATRA" userId="257a73ecd41559ee" providerId="LiveId" clId="{1665CEDD-E3C5-4169-A1D5-EF61A31A9D34}" dt="2026-05-06T19:03:05.915" v="1268" actId="21"/>
          <ac:picMkLst>
            <pc:docMk/>
            <pc:sldMk cId="2341155499" sldId="270"/>
            <ac:picMk id="10" creationId="{74914935-F3DA-EEFA-EE2A-5056C9FD77AC}"/>
          </ac:picMkLst>
        </pc:picChg>
      </pc:sldChg>
      <pc:sldChg chg="delSp modSp add mod modAnim">
        <pc:chgData name="GOURGOPAL MOHAPATRA" userId="257a73ecd41559ee" providerId="LiveId" clId="{1665CEDD-E3C5-4169-A1D5-EF61A31A9D34}" dt="2026-05-06T19:23:01.912" v="1605"/>
        <pc:sldMkLst>
          <pc:docMk/>
          <pc:sldMk cId="3682383273" sldId="271"/>
        </pc:sldMkLst>
        <pc:spChg chg="mod">
          <ac:chgData name="GOURGOPAL MOHAPATRA" userId="257a73ecd41559ee" providerId="LiveId" clId="{1665CEDD-E3C5-4169-A1D5-EF61A31A9D34}" dt="2026-05-06T19:08:23.230" v="1372" actId="14100"/>
          <ac:spMkLst>
            <pc:docMk/>
            <pc:sldMk cId="3682383273" sldId="271"/>
            <ac:spMk id="2" creationId="{E4AD7B52-2856-4C95-5D17-F8AB4FD862AA}"/>
          </ac:spMkLst>
        </pc:spChg>
        <pc:spChg chg="mod">
          <ac:chgData name="GOURGOPAL MOHAPATRA" userId="257a73ecd41559ee" providerId="LiveId" clId="{1665CEDD-E3C5-4169-A1D5-EF61A31A9D34}" dt="2026-05-06T19:08:17.158" v="1371" actId="14100"/>
          <ac:spMkLst>
            <pc:docMk/>
            <pc:sldMk cId="3682383273" sldId="271"/>
            <ac:spMk id="3" creationId="{D17E6D48-E89C-D9C1-40BD-5BAEC430977D}"/>
          </ac:spMkLst>
        </pc:spChg>
        <pc:spChg chg="mod">
          <ac:chgData name="GOURGOPAL MOHAPATRA" userId="257a73ecd41559ee" providerId="LiveId" clId="{1665CEDD-E3C5-4169-A1D5-EF61A31A9D34}" dt="2026-05-06T19:08:30.113" v="1374" actId="20577"/>
          <ac:spMkLst>
            <pc:docMk/>
            <pc:sldMk cId="3682383273" sldId="271"/>
            <ac:spMk id="4" creationId="{B05169A8-28C5-6E13-AD8A-E7BEFD3BBB86}"/>
          </ac:spMkLst>
        </pc:spChg>
        <pc:picChg chg="del">
          <ac:chgData name="GOURGOPAL MOHAPATRA" userId="257a73ecd41559ee" providerId="LiveId" clId="{1665CEDD-E3C5-4169-A1D5-EF61A31A9D34}" dt="2026-05-06T19:05:06.119" v="1319" actId="21"/>
          <ac:picMkLst>
            <pc:docMk/>
            <pc:sldMk cId="3682383273" sldId="271"/>
            <ac:picMk id="8" creationId="{07C59AB1-1AFD-6D96-3E90-51BA1F1BCF05}"/>
          </ac:picMkLst>
        </pc:picChg>
      </pc:sldChg>
      <pc:sldChg chg="modSp add mod modAnim">
        <pc:chgData name="GOURGOPAL MOHAPATRA" userId="257a73ecd41559ee" providerId="LiveId" clId="{1665CEDD-E3C5-4169-A1D5-EF61A31A9D34}" dt="2026-05-06T19:23:20.558" v="1607"/>
        <pc:sldMkLst>
          <pc:docMk/>
          <pc:sldMk cId="1550754193" sldId="272"/>
        </pc:sldMkLst>
        <pc:spChg chg="mod">
          <ac:chgData name="GOURGOPAL MOHAPATRA" userId="257a73ecd41559ee" providerId="LiveId" clId="{1665CEDD-E3C5-4169-A1D5-EF61A31A9D34}" dt="2026-05-06T19:12:39.164" v="1521" actId="255"/>
          <ac:spMkLst>
            <pc:docMk/>
            <pc:sldMk cId="1550754193" sldId="272"/>
            <ac:spMk id="2" creationId="{6BFD8CC3-28DD-5B3F-0346-58CCA1D5B6AA}"/>
          </ac:spMkLst>
        </pc:spChg>
        <pc:spChg chg="mod">
          <ac:chgData name="GOURGOPAL MOHAPATRA" userId="257a73ecd41559ee" providerId="LiveId" clId="{1665CEDD-E3C5-4169-A1D5-EF61A31A9D34}" dt="2026-05-06T19:12:19.726" v="1518"/>
          <ac:spMkLst>
            <pc:docMk/>
            <pc:sldMk cId="1550754193" sldId="272"/>
            <ac:spMk id="3" creationId="{83685849-F9CD-4C32-A667-0526E8D67527}"/>
          </ac:spMkLst>
        </pc:spChg>
        <pc:spChg chg="mod">
          <ac:chgData name="GOURGOPAL MOHAPATRA" userId="257a73ecd41559ee" providerId="LiveId" clId="{1665CEDD-E3C5-4169-A1D5-EF61A31A9D34}" dt="2026-05-06T19:12:29.824" v="1520" actId="20577"/>
          <ac:spMkLst>
            <pc:docMk/>
            <pc:sldMk cId="1550754193" sldId="272"/>
            <ac:spMk id="4" creationId="{98C608E9-9151-4295-0ED6-18ABF9C178F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C95AC7-163C-4258-A074-E957F1CDE4F4}" type="doc">
      <dgm:prSet loTypeId="urn:microsoft.com/office/officeart/2005/8/layout/matrix1" loCatId="matrix" qsTypeId="urn:microsoft.com/office/officeart/2005/8/quickstyle/3d6" qsCatId="3D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E1ACC3F3-7E9F-4E45-B1CF-D1E7AFD8A213}">
      <dgm:prSet phldrT="[Text]" phldr="0"/>
      <dgm:spPr/>
      <dgm:t>
        <a:bodyPr/>
        <a:lstStyle/>
        <a:p>
          <a:r>
            <a:rPr lang="en-GB" dirty="0">
              <a:latin typeface="Franklin Gothic Demi Cond" panose="020B0706030402020204" pitchFamily="34" charset="0"/>
            </a:rPr>
            <a:t>ASTROVITAL AI </a:t>
          </a:r>
          <a:endParaRPr lang="en-IN" dirty="0">
            <a:latin typeface="Franklin Gothic Demi Cond" panose="020B0706030402020204" pitchFamily="34" charset="0"/>
          </a:endParaRPr>
        </a:p>
      </dgm:t>
    </dgm:pt>
    <dgm:pt modelId="{F9310752-4921-4326-8760-EDA5B9449FF7}" type="parTrans" cxnId="{52FE7779-B57F-4915-9BB2-24EC3651AE9B}">
      <dgm:prSet/>
      <dgm:spPr/>
      <dgm:t>
        <a:bodyPr/>
        <a:lstStyle/>
        <a:p>
          <a:endParaRPr lang="en-IN"/>
        </a:p>
      </dgm:t>
    </dgm:pt>
    <dgm:pt modelId="{BBE433E4-4943-4E20-BBF7-8AAA7F848780}" type="sibTrans" cxnId="{52FE7779-B57F-4915-9BB2-24EC3651AE9B}">
      <dgm:prSet/>
      <dgm:spPr/>
      <dgm:t>
        <a:bodyPr/>
        <a:lstStyle/>
        <a:p>
          <a:endParaRPr lang="en-IN"/>
        </a:p>
      </dgm:t>
    </dgm:pt>
    <dgm:pt modelId="{DBF281D2-B916-4997-BF2E-FCE693B678BC}">
      <dgm:prSet phldrT="[Text]" phldr="0"/>
      <dgm:spPr/>
      <dgm:t>
        <a:bodyPr/>
        <a:lstStyle/>
        <a:p>
          <a:r>
            <a:rPr lang="en-GB" dirty="0">
              <a:solidFill>
                <a:srgbClr val="FFC000"/>
              </a:solidFill>
              <a:latin typeface="Franklin Gothic Demi Cond" panose="020B0706030402020204" pitchFamily="34" charset="0"/>
            </a:rPr>
            <a:t>VITALX CORE V1</a:t>
          </a:r>
        </a:p>
        <a:p>
          <a:r>
            <a:rPr lang="en-IN" dirty="0">
              <a:solidFill>
                <a:srgbClr val="FFC000"/>
              </a:solidFill>
              <a:latin typeface="Franklin Gothic Demi Cond" panose="020B0706030402020204" pitchFamily="34" charset="0"/>
            </a:rPr>
            <a:t>(EDGE CDSS)</a:t>
          </a:r>
        </a:p>
      </dgm:t>
    </dgm:pt>
    <dgm:pt modelId="{C0AC0A95-DB57-4E83-95F6-366F3AC8D639}" type="parTrans" cxnId="{340C6C20-20AD-40C0-A019-4731FF0BE912}">
      <dgm:prSet/>
      <dgm:spPr/>
      <dgm:t>
        <a:bodyPr/>
        <a:lstStyle/>
        <a:p>
          <a:endParaRPr lang="en-IN"/>
        </a:p>
      </dgm:t>
    </dgm:pt>
    <dgm:pt modelId="{DDF67A00-DA8D-44BA-8D5A-21B5DD80D8AA}" type="sibTrans" cxnId="{340C6C20-20AD-40C0-A019-4731FF0BE912}">
      <dgm:prSet/>
      <dgm:spPr/>
      <dgm:t>
        <a:bodyPr/>
        <a:lstStyle/>
        <a:p>
          <a:endParaRPr lang="en-IN"/>
        </a:p>
      </dgm:t>
    </dgm:pt>
    <dgm:pt modelId="{F5CACD2E-A0D8-41D5-961C-48B28C4D186E}">
      <dgm:prSet phldrT="[Text]" phldr="0"/>
      <dgm:spPr/>
      <dgm:t>
        <a:bodyPr/>
        <a:lstStyle/>
        <a:p>
          <a:r>
            <a:rPr lang="en-GB" dirty="0">
              <a:latin typeface="Franklin Gothic Demi Cond" panose="020B0706030402020204" pitchFamily="34" charset="0"/>
            </a:rPr>
            <a:t>AEREXIS OMEGA V1.5</a:t>
          </a:r>
        </a:p>
        <a:p>
          <a:r>
            <a:rPr lang="en-IN" dirty="0">
              <a:latin typeface="Franklin Gothic Demi Cond" panose="020B0706030402020204" pitchFamily="34" charset="0"/>
            </a:rPr>
            <a:t>(ICDSS – H &amp; ICDSS – M)</a:t>
          </a:r>
        </a:p>
      </dgm:t>
    </dgm:pt>
    <dgm:pt modelId="{77868DE4-BB74-476B-AC50-3951AD992B88}" type="parTrans" cxnId="{3918AF5E-0FB4-4388-914E-C863519E20E3}">
      <dgm:prSet/>
      <dgm:spPr/>
      <dgm:t>
        <a:bodyPr/>
        <a:lstStyle/>
        <a:p>
          <a:endParaRPr lang="en-IN"/>
        </a:p>
      </dgm:t>
    </dgm:pt>
    <dgm:pt modelId="{1CFBAA28-C704-4DE1-8453-37342546C2A5}" type="sibTrans" cxnId="{3918AF5E-0FB4-4388-914E-C863519E20E3}">
      <dgm:prSet/>
      <dgm:spPr/>
      <dgm:t>
        <a:bodyPr/>
        <a:lstStyle/>
        <a:p>
          <a:endParaRPr lang="en-IN"/>
        </a:p>
      </dgm:t>
    </dgm:pt>
    <dgm:pt modelId="{4C193886-C56D-4FFA-B406-4FAC65D97FEC}">
      <dgm:prSet phldrT="[Text]" phldr="0"/>
      <dgm:spPr/>
      <dgm:t>
        <a:bodyPr/>
        <a:lstStyle/>
        <a:p>
          <a:r>
            <a:rPr lang="en-GB" dirty="0">
              <a:latin typeface="Franklin Gothic Demi Cond" panose="020B0706030402020204" pitchFamily="34" charset="0"/>
            </a:rPr>
            <a:t>OMNISENITEL V2</a:t>
          </a:r>
        </a:p>
        <a:p>
          <a:r>
            <a:rPr lang="en-IN" dirty="0">
              <a:latin typeface="Franklin Gothic Demi Cond" panose="020B0706030402020204" pitchFamily="34" charset="0"/>
            </a:rPr>
            <a:t>(DIGITAL TWIN)</a:t>
          </a:r>
        </a:p>
      </dgm:t>
    </dgm:pt>
    <dgm:pt modelId="{B86B3034-4745-4047-A2F4-C415F10D802A}" type="parTrans" cxnId="{681E4615-7397-48D6-8C08-DAE74CACE199}">
      <dgm:prSet/>
      <dgm:spPr/>
      <dgm:t>
        <a:bodyPr/>
        <a:lstStyle/>
        <a:p>
          <a:endParaRPr lang="en-IN"/>
        </a:p>
      </dgm:t>
    </dgm:pt>
    <dgm:pt modelId="{7CE8813C-8F08-4713-88EA-A8A27F0CA5E9}" type="sibTrans" cxnId="{681E4615-7397-48D6-8C08-DAE74CACE199}">
      <dgm:prSet/>
      <dgm:spPr/>
      <dgm:t>
        <a:bodyPr/>
        <a:lstStyle/>
        <a:p>
          <a:endParaRPr lang="en-IN"/>
        </a:p>
      </dgm:t>
    </dgm:pt>
    <dgm:pt modelId="{0989E0D7-C93A-46AD-99FE-E56420A713ED}">
      <dgm:prSet phldrT="[Text]" phldr="0"/>
      <dgm:spPr/>
      <dgm:t>
        <a:bodyPr/>
        <a:lstStyle/>
        <a:p>
          <a:r>
            <a:rPr lang="en-GB" dirty="0">
              <a:solidFill>
                <a:srgbClr val="FFC000"/>
              </a:solidFill>
              <a:latin typeface="Franklin Gothic Demi Cond" panose="020B0706030402020204" pitchFamily="34" charset="0"/>
            </a:rPr>
            <a:t>NEURALBEAT V3</a:t>
          </a:r>
        </a:p>
        <a:p>
          <a:r>
            <a:rPr lang="en-IN" dirty="0">
              <a:solidFill>
                <a:srgbClr val="FFC000"/>
              </a:solidFill>
              <a:latin typeface="Franklin Gothic Demi Cond" panose="020B0706030402020204" pitchFamily="34" charset="0"/>
            </a:rPr>
            <a:t>(RS &amp; GNC)</a:t>
          </a:r>
        </a:p>
      </dgm:t>
    </dgm:pt>
    <dgm:pt modelId="{8A798081-1CA3-4DE2-86A5-D2DA212CA9B7}" type="parTrans" cxnId="{512A2188-A824-4F69-A15D-E5C56C80EF49}">
      <dgm:prSet/>
      <dgm:spPr/>
      <dgm:t>
        <a:bodyPr/>
        <a:lstStyle/>
        <a:p>
          <a:endParaRPr lang="en-IN"/>
        </a:p>
      </dgm:t>
    </dgm:pt>
    <dgm:pt modelId="{49432C0E-79BA-41F5-BB51-838552ACF884}" type="sibTrans" cxnId="{512A2188-A824-4F69-A15D-E5C56C80EF49}">
      <dgm:prSet/>
      <dgm:spPr/>
      <dgm:t>
        <a:bodyPr/>
        <a:lstStyle/>
        <a:p>
          <a:endParaRPr lang="en-IN"/>
        </a:p>
      </dgm:t>
    </dgm:pt>
    <dgm:pt modelId="{11FE8C23-7E50-4BDB-B225-AC3FE88C2A28}" type="pres">
      <dgm:prSet presAssocID="{65C95AC7-163C-4258-A074-E957F1CDE4F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08C5E3A-9838-4D18-AA80-739126324A9E}" type="pres">
      <dgm:prSet presAssocID="{65C95AC7-163C-4258-A074-E957F1CDE4F4}" presName="matrix" presStyleCnt="0"/>
      <dgm:spPr/>
    </dgm:pt>
    <dgm:pt modelId="{103EEA69-A51D-4054-8D6E-5310E16E4851}" type="pres">
      <dgm:prSet presAssocID="{65C95AC7-163C-4258-A074-E957F1CDE4F4}" presName="tile1" presStyleLbl="node1" presStyleIdx="0" presStyleCnt="4"/>
      <dgm:spPr/>
    </dgm:pt>
    <dgm:pt modelId="{950086F5-8193-4834-B087-1FECA494AC82}" type="pres">
      <dgm:prSet presAssocID="{65C95AC7-163C-4258-A074-E957F1CDE4F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351465E-8EB1-406B-A8E1-CE5391B61DA1}" type="pres">
      <dgm:prSet presAssocID="{65C95AC7-163C-4258-A074-E957F1CDE4F4}" presName="tile2" presStyleLbl="node1" presStyleIdx="1" presStyleCnt="4" custLinFactNeighborX="250" custLinFactNeighborY="0"/>
      <dgm:spPr/>
    </dgm:pt>
    <dgm:pt modelId="{056852AD-C301-4D73-ADB8-99EEC81D535A}" type="pres">
      <dgm:prSet presAssocID="{65C95AC7-163C-4258-A074-E957F1CDE4F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1E7D107-E889-4B35-A09E-B1AAE8D058FE}" type="pres">
      <dgm:prSet presAssocID="{65C95AC7-163C-4258-A074-E957F1CDE4F4}" presName="tile3" presStyleLbl="node1" presStyleIdx="2" presStyleCnt="4"/>
      <dgm:spPr/>
    </dgm:pt>
    <dgm:pt modelId="{A03849B5-C6FB-4B26-B43F-1BF7D88434A1}" type="pres">
      <dgm:prSet presAssocID="{65C95AC7-163C-4258-A074-E957F1CDE4F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BBE027E-1453-4BE2-8902-823BF2CE4582}" type="pres">
      <dgm:prSet presAssocID="{65C95AC7-163C-4258-A074-E957F1CDE4F4}" presName="tile4" presStyleLbl="node1" presStyleIdx="3" presStyleCnt="4"/>
      <dgm:spPr/>
    </dgm:pt>
    <dgm:pt modelId="{CA05036A-0722-4C77-8EDA-3EBCBF4B1B94}" type="pres">
      <dgm:prSet presAssocID="{65C95AC7-163C-4258-A074-E957F1CDE4F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E533F71-DC37-4797-AE24-0F18374AF5C9}" type="pres">
      <dgm:prSet presAssocID="{65C95AC7-163C-4258-A074-E957F1CDE4F4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681E4615-7397-48D6-8C08-DAE74CACE199}" srcId="{E1ACC3F3-7E9F-4E45-B1CF-D1E7AFD8A213}" destId="{4C193886-C56D-4FFA-B406-4FAC65D97FEC}" srcOrd="2" destOrd="0" parTransId="{B86B3034-4745-4047-A2F4-C415F10D802A}" sibTransId="{7CE8813C-8F08-4713-88EA-A8A27F0CA5E9}"/>
    <dgm:cxn modelId="{340C6C20-20AD-40C0-A019-4731FF0BE912}" srcId="{E1ACC3F3-7E9F-4E45-B1CF-D1E7AFD8A213}" destId="{DBF281D2-B916-4997-BF2E-FCE693B678BC}" srcOrd="0" destOrd="0" parTransId="{C0AC0A95-DB57-4E83-95F6-366F3AC8D639}" sibTransId="{DDF67A00-DA8D-44BA-8D5A-21B5DD80D8AA}"/>
    <dgm:cxn modelId="{89CF7027-C4DF-4D70-94FB-AD56540DF3FC}" type="presOf" srcId="{4C193886-C56D-4FFA-B406-4FAC65D97FEC}" destId="{A03849B5-C6FB-4B26-B43F-1BF7D88434A1}" srcOrd="1" destOrd="0" presId="urn:microsoft.com/office/officeart/2005/8/layout/matrix1"/>
    <dgm:cxn modelId="{3918AF5E-0FB4-4388-914E-C863519E20E3}" srcId="{E1ACC3F3-7E9F-4E45-B1CF-D1E7AFD8A213}" destId="{F5CACD2E-A0D8-41D5-961C-48B28C4D186E}" srcOrd="1" destOrd="0" parTransId="{77868DE4-BB74-476B-AC50-3951AD992B88}" sibTransId="{1CFBAA28-C704-4DE1-8453-37342546C2A5}"/>
    <dgm:cxn modelId="{0F125641-15B6-4116-9EDC-A395A0E9CC81}" type="presOf" srcId="{F5CACD2E-A0D8-41D5-961C-48B28C4D186E}" destId="{056852AD-C301-4D73-ADB8-99EEC81D535A}" srcOrd="1" destOrd="0" presId="urn:microsoft.com/office/officeart/2005/8/layout/matrix1"/>
    <dgm:cxn modelId="{184BDA6E-EA94-442D-89AA-288738BEFEAE}" type="presOf" srcId="{F5CACD2E-A0D8-41D5-961C-48B28C4D186E}" destId="{9351465E-8EB1-406B-A8E1-CE5391B61DA1}" srcOrd="0" destOrd="0" presId="urn:microsoft.com/office/officeart/2005/8/layout/matrix1"/>
    <dgm:cxn modelId="{52FE7779-B57F-4915-9BB2-24EC3651AE9B}" srcId="{65C95AC7-163C-4258-A074-E957F1CDE4F4}" destId="{E1ACC3F3-7E9F-4E45-B1CF-D1E7AFD8A213}" srcOrd="0" destOrd="0" parTransId="{F9310752-4921-4326-8760-EDA5B9449FF7}" sibTransId="{BBE433E4-4943-4E20-BBF7-8AAA7F848780}"/>
    <dgm:cxn modelId="{D3C64885-F2BA-4689-8BE9-17AFA1BF1908}" type="presOf" srcId="{0989E0D7-C93A-46AD-99FE-E56420A713ED}" destId="{CA05036A-0722-4C77-8EDA-3EBCBF4B1B94}" srcOrd="1" destOrd="0" presId="urn:microsoft.com/office/officeart/2005/8/layout/matrix1"/>
    <dgm:cxn modelId="{C7F3BF87-EADA-4E66-9578-4797D2A33DD7}" type="presOf" srcId="{E1ACC3F3-7E9F-4E45-B1CF-D1E7AFD8A213}" destId="{6E533F71-DC37-4797-AE24-0F18374AF5C9}" srcOrd="0" destOrd="0" presId="urn:microsoft.com/office/officeart/2005/8/layout/matrix1"/>
    <dgm:cxn modelId="{512A2188-A824-4F69-A15D-E5C56C80EF49}" srcId="{E1ACC3F3-7E9F-4E45-B1CF-D1E7AFD8A213}" destId="{0989E0D7-C93A-46AD-99FE-E56420A713ED}" srcOrd="3" destOrd="0" parTransId="{8A798081-1CA3-4DE2-86A5-D2DA212CA9B7}" sibTransId="{49432C0E-79BA-41F5-BB51-838552ACF884}"/>
    <dgm:cxn modelId="{1E11E2B9-03F8-4BC6-B721-2FD9FFF32372}" type="presOf" srcId="{65C95AC7-163C-4258-A074-E957F1CDE4F4}" destId="{11FE8C23-7E50-4BDB-B225-AC3FE88C2A28}" srcOrd="0" destOrd="0" presId="urn:microsoft.com/office/officeart/2005/8/layout/matrix1"/>
    <dgm:cxn modelId="{675A4FC3-6640-48CE-AED8-168006B17412}" type="presOf" srcId="{0989E0D7-C93A-46AD-99FE-E56420A713ED}" destId="{CBBE027E-1453-4BE2-8902-823BF2CE4582}" srcOrd="0" destOrd="0" presId="urn:microsoft.com/office/officeart/2005/8/layout/matrix1"/>
    <dgm:cxn modelId="{80F60BCE-4E98-484E-992A-4F286BC624AD}" type="presOf" srcId="{DBF281D2-B916-4997-BF2E-FCE693B678BC}" destId="{950086F5-8193-4834-B087-1FECA494AC82}" srcOrd="1" destOrd="0" presId="urn:microsoft.com/office/officeart/2005/8/layout/matrix1"/>
    <dgm:cxn modelId="{A54859EA-8A30-4BC4-9CD8-C0B8CC7B6B26}" type="presOf" srcId="{DBF281D2-B916-4997-BF2E-FCE693B678BC}" destId="{103EEA69-A51D-4054-8D6E-5310E16E4851}" srcOrd="0" destOrd="0" presId="urn:microsoft.com/office/officeart/2005/8/layout/matrix1"/>
    <dgm:cxn modelId="{A8A01FFC-C39B-4D17-853A-99A0F7EC4003}" type="presOf" srcId="{4C193886-C56D-4FFA-B406-4FAC65D97FEC}" destId="{61E7D107-E889-4B35-A09E-B1AAE8D058FE}" srcOrd="0" destOrd="0" presId="urn:microsoft.com/office/officeart/2005/8/layout/matrix1"/>
    <dgm:cxn modelId="{341E526F-02C1-46FC-8170-EC8DD0212C0D}" type="presParOf" srcId="{11FE8C23-7E50-4BDB-B225-AC3FE88C2A28}" destId="{608C5E3A-9838-4D18-AA80-739126324A9E}" srcOrd="0" destOrd="0" presId="urn:microsoft.com/office/officeart/2005/8/layout/matrix1"/>
    <dgm:cxn modelId="{756EE272-EFFF-4DF0-A10E-F8289B40504D}" type="presParOf" srcId="{608C5E3A-9838-4D18-AA80-739126324A9E}" destId="{103EEA69-A51D-4054-8D6E-5310E16E4851}" srcOrd="0" destOrd="0" presId="urn:microsoft.com/office/officeart/2005/8/layout/matrix1"/>
    <dgm:cxn modelId="{515FC158-2B8A-48CA-8019-C2A6F1BA762A}" type="presParOf" srcId="{608C5E3A-9838-4D18-AA80-739126324A9E}" destId="{950086F5-8193-4834-B087-1FECA494AC82}" srcOrd="1" destOrd="0" presId="urn:microsoft.com/office/officeart/2005/8/layout/matrix1"/>
    <dgm:cxn modelId="{75368F61-1884-4700-A64E-68E29171633E}" type="presParOf" srcId="{608C5E3A-9838-4D18-AA80-739126324A9E}" destId="{9351465E-8EB1-406B-A8E1-CE5391B61DA1}" srcOrd="2" destOrd="0" presId="urn:microsoft.com/office/officeart/2005/8/layout/matrix1"/>
    <dgm:cxn modelId="{092BB1C4-574A-4513-B7AC-4CD443AEF311}" type="presParOf" srcId="{608C5E3A-9838-4D18-AA80-739126324A9E}" destId="{056852AD-C301-4D73-ADB8-99EEC81D535A}" srcOrd="3" destOrd="0" presId="urn:microsoft.com/office/officeart/2005/8/layout/matrix1"/>
    <dgm:cxn modelId="{A5A24884-7210-4C8F-856B-8048A8BE7BCE}" type="presParOf" srcId="{608C5E3A-9838-4D18-AA80-739126324A9E}" destId="{61E7D107-E889-4B35-A09E-B1AAE8D058FE}" srcOrd="4" destOrd="0" presId="urn:microsoft.com/office/officeart/2005/8/layout/matrix1"/>
    <dgm:cxn modelId="{97A3B41F-D32F-4D61-B882-194844452AD5}" type="presParOf" srcId="{608C5E3A-9838-4D18-AA80-739126324A9E}" destId="{A03849B5-C6FB-4B26-B43F-1BF7D88434A1}" srcOrd="5" destOrd="0" presId="urn:microsoft.com/office/officeart/2005/8/layout/matrix1"/>
    <dgm:cxn modelId="{668656EF-05A9-4F6A-B79A-8201ACD68EA2}" type="presParOf" srcId="{608C5E3A-9838-4D18-AA80-739126324A9E}" destId="{CBBE027E-1453-4BE2-8902-823BF2CE4582}" srcOrd="6" destOrd="0" presId="urn:microsoft.com/office/officeart/2005/8/layout/matrix1"/>
    <dgm:cxn modelId="{FA429F55-6CEB-4907-B819-86B2499A5A07}" type="presParOf" srcId="{608C5E3A-9838-4D18-AA80-739126324A9E}" destId="{CA05036A-0722-4C77-8EDA-3EBCBF4B1B94}" srcOrd="7" destOrd="0" presId="urn:microsoft.com/office/officeart/2005/8/layout/matrix1"/>
    <dgm:cxn modelId="{86833DD4-579D-4326-A3B9-FA8FB4900AB5}" type="presParOf" srcId="{11FE8C23-7E50-4BDB-B225-AC3FE88C2A28}" destId="{6E533F71-DC37-4797-AE24-0F18374AF5C9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EEA69-A51D-4054-8D6E-5310E16E4851}">
      <dsp:nvSpPr>
        <dsp:cNvPr id="0" name=""/>
        <dsp:cNvSpPr/>
      </dsp:nvSpPr>
      <dsp:spPr>
        <a:xfrm rot="16200000">
          <a:off x="1344561" y="-1344561"/>
          <a:ext cx="1740310" cy="4429432"/>
        </a:xfrm>
        <a:prstGeom prst="round1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rgbClr val="FFC000"/>
              </a:solidFill>
              <a:latin typeface="Franklin Gothic Demi Cond" panose="020B0706030402020204" pitchFamily="34" charset="0"/>
            </a:rPr>
            <a:t>VITALX CORE V1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C000"/>
              </a:solidFill>
              <a:latin typeface="Franklin Gothic Demi Cond" panose="020B0706030402020204" pitchFamily="34" charset="0"/>
            </a:rPr>
            <a:t>(EDGE CDSS)</a:t>
          </a:r>
        </a:p>
      </dsp:txBody>
      <dsp:txXfrm rot="5400000">
        <a:off x="0" y="0"/>
        <a:ext cx="4429432" cy="1305232"/>
      </dsp:txXfrm>
    </dsp:sp>
    <dsp:sp modelId="{9351465E-8EB1-406B-A8E1-CE5391B61DA1}">
      <dsp:nvSpPr>
        <dsp:cNvPr id="0" name=""/>
        <dsp:cNvSpPr/>
      </dsp:nvSpPr>
      <dsp:spPr>
        <a:xfrm>
          <a:off x="4429432" y="0"/>
          <a:ext cx="4429432" cy="1740310"/>
        </a:xfrm>
        <a:prstGeom prst="round1Rect">
          <a:avLst/>
        </a:prstGeom>
        <a:solidFill>
          <a:schemeClr val="accent1">
            <a:shade val="50000"/>
            <a:hueOff val="201247"/>
            <a:satOff val="-4901"/>
            <a:lumOff val="21448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Franklin Gothic Demi Cond" panose="020B0706030402020204" pitchFamily="34" charset="0"/>
            </a:rPr>
            <a:t>AEREXIS OMEGA V1.5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Franklin Gothic Demi Cond" panose="020B0706030402020204" pitchFamily="34" charset="0"/>
            </a:rPr>
            <a:t>(ICDSS – H &amp; ICDSS – M)</a:t>
          </a:r>
        </a:p>
      </dsp:txBody>
      <dsp:txXfrm>
        <a:off x="4429432" y="0"/>
        <a:ext cx="4429432" cy="1305232"/>
      </dsp:txXfrm>
    </dsp:sp>
    <dsp:sp modelId="{61E7D107-E889-4B35-A09E-B1AAE8D058FE}">
      <dsp:nvSpPr>
        <dsp:cNvPr id="0" name=""/>
        <dsp:cNvSpPr/>
      </dsp:nvSpPr>
      <dsp:spPr>
        <a:xfrm rot="10800000">
          <a:off x="0" y="1740310"/>
          <a:ext cx="4429432" cy="1740310"/>
        </a:xfrm>
        <a:prstGeom prst="round1Rect">
          <a:avLst/>
        </a:prstGeom>
        <a:solidFill>
          <a:schemeClr val="accent1">
            <a:shade val="50000"/>
            <a:hueOff val="402493"/>
            <a:satOff val="-9802"/>
            <a:lumOff val="42896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Franklin Gothic Demi Cond" panose="020B0706030402020204" pitchFamily="34" charset="0"/>
            </a:rPr>
            <a:t>OMNISENITEL V2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Franklin Gothic Demi Cond" panose="020B0706030402020204" pitchFamily="34" charset="0"/>
            </a:rPr>
            <a:t>(DIGITAL TWIN)</a:t>
          </a:r>
        </a:p>
      </dsp:txBody>
      <dsp:txXfrm rot="10800000">
        <a:off x="0" y="2175387"/>
        <a:ext cx="4429432" cy="1305232"/>
      </dsp:txXfrm>
    </dsp:sp>
    <dsp:sp modelId="{CBBE027E-1453-4BE2-8902-823BF2CE4582}">
      <dsp:nvSpPr>
        <dsp:cNvPr id="0" name=""/>
        <dsp:cNvSpPr/>
      </dsp:nvSpPr>
      <dsp:spPr>
        <a:xfrm rot="5400000">
          <a:off x="5773993" y="395748"/>
          <a:ext cx="1740310" cy="4429432"/>
        </a:xfrm>
        <a:prstGeom prst="round1Rect">
          <a:avLst/>
        </a:prstGeom>
        <a:solidFill>
          <a:schemeClr val="accent1">
            <a:shade val="50000"/>
            <a:hueOff val="201247"/>
            <a:satOff val="-4901"/>
            <a:lumOff val="21448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rgbClr val="FFC000"/>
              </a:solidFill>
              <a:latin typeface="Franklin Gothic Demi Cond" panose="020B0706030402020204" pitchFamily="34" charset="0"/>
            </a:rPr>
            <a:t>NEURALBEAT V3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C000"/>
              </a:solidFill>
              <a:latin typeface="Franklin Gothic Demi Cond" panose="020B0706030402020204" pitchFamily="34" charset="0"/>
            </a:rPr>
            <a:t>(RS &amp; GNC)</a:t>
          </a:r>
        </a:p>
      </dsp:txBody>
      <dsp:txXfrm rot="-5400000">
        <a:off x="4429432" y="2175387"/>
        <a:ext cx="4429432" cy="1305232"/>
      </dsp:txXfrm>
    </dsp:sp>
    <dsp:sp modelId="{6E533F71-DC37-4797-AE24-0F18374AF5C9}">
      <dsp:nvSpPr>
        <dsp:cNvPr id="0" name=""/>
        <dsp:cNvSpPr/>
      </dsp:nvSpPr>
      <dsp:spPr>
        <a:xfrm>
          <a:off x="3100602" y="1305232"/>
          <a:ext cx="2657659" cy="870155"/>
        </a:xfrm>
        <a:prstGeom prst="roundRect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Franklin Gothic Demi Cond" panose="020B0706030402020204" pitchFamily="34" charset="0"/>
            </a:rPr>
            <a:t>ASTROVITAL AI </a:t>
          </a:r>
          <a:endParaRPr lang="en-IN" sz="2800" kern="1200" dirty="0">
            <a:latin typeface="Franklin Gothic Demi Cond" panose="020B0706030402020204" pitchFamily="34" charset="0"/>
          </a:endParaRPr>
        </a:p>
      </dsp:txBody>
      <dsp:txXfrm>
        <a:off x="3143079" y="1347709"/>
        <a:ext cx="2572705" cy="785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9AF7-10EA-BAF5-EB64-2B7E76BCE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875B1-CCCA-03AA-26DA-85159B197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671D0-AEE0-A28C-3FAF-99792155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7BF1C-4322-C41C-A1E5-991FECBAC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D686C-21B1-6885-9CD1-EB3D9ADC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9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45F1-2809-583A-E07D-C64BDFE4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22F21-BD08-3B41-5E60-F7CEE19EA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E365-FA81-B14D-26B4-77ED1065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BC37-335C-2A92-9C4B-9CDA3A69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8D2D4-1FCB-173F-E3D9-4CCA42EB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33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7609-C9F5-DDB8-9F5E-26BCC720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6D963-7003-DA0C-CF51-789FBA85E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9E1CD-7B44-2DE2-4C84-B6A27104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326B5-5DC7-7160-3288-3E15F664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4F191-14D0-6188-B29B-5D9015D5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1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1618-6D12-191E-A8AD-E91E92CC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1E9D-A1D6-9855-1FCE-94EA9863A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968A2-CF82-0731-109E-8B3252CE7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2458C-C0A4-7879-A735-B39EB871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DDB0E-7421-AB1F-1735-C1A8F147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27052-E992-128B-4602-BBD71622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95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B2EF-DE5C-C9C4-FDEA-550F8C2B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92C16-7CB4-9677-7F0B-FCF9AA7A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ABAB9-C4DE-5EF5-6DFB-9603BD2B1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8716E-4346-8C98-FA85-5AC85EDFE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FFD5C-908D-38C6-A971-9BC159600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668E6-67EE-0D60-9BDB-26ADF915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6CF40-D0C8-17EF-7453-A9AC4E1B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78CCA-970C-10F3-5C3D-4BFB86B9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67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3C9A-4106-F90A-6B4F-CCBF0666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16850-14FF-7BEF-9995-56C6DBC1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0A54E-2890-F6E1-DC45-DAD8058F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33984-85B0-B785-F269-7EC931DD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85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67063-641D-2A3E-A888-E85731C1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C9FF4-ECA5-A08F-5E47-2B0AA543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D2F72-3AF6-B4FA-1C58-F0DB4EDB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88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B7C9-2FF9-0E2A-47D0-08E301C8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1A81-6A68-86A4-281A-8957AEA8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6DA2A-5D3E-6761-AD03-A2FC088EC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538B0-AEA5-EAB4-6526-2A038A385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A6FCC-C3A9-05F7-2A2B-EB4919DF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1799-F123-D3CD-9C4F-7FC71404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18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5EFB-EBF7-E32C-8880-419881B5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A3A62-B29F-9631-AA27-E3C1EAA77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FB537-3766-EE94-2212-1CB42F406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0520B-4E82-17DC-7D41-BE90DDE2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8DFF2-A4B8-A445-8FC7-50D455DA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2A4F0-575E-9C64-6BC6-EB9999DD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54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E141-48D3-69B0-A011-3262B34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80A5A-5962-530C-885B-4FC5AC3D4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310F2-A792-C8C4-56C6-0D9B9FF9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E8462-1AA0-BC69-C608-CA8B268F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11339-728C-3893-D6E9-2701D313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85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5AC78-7763-A147-79BE-2DF9A7202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CF254-D0B4-3EE9-0C94-FE898778C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607D3-D945-0C31-7CBC-284DF4EA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260F-9413-5B34-2B68-78BC4CDB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369FC-99DC-6FAC-D3F8-E7F25F90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52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B533B-892C-ACD6-5FD9-961D194C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62AD7-5105-D705-6E5F-22DDCBF9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4937A-015E-DBE0-9730-A8FCD322A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734F4-17DC-416A-BADB-79FB6638ED8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5F5A5-1FE3-DABC-CD3C-D295A390A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52A0-374E-0F41-BCD6-BA2F47FB5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7B961-82D3-4E2E-8D66-F543EE83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31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02B5-D5CC-CCAD-DD08-47324FF7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B1DB76-F9BB-3386-4897-5AC7841D5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06091-2AB1-52EF-8494-02F5BCD6E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7354"/>
            <a:ext cx="9144000" cy="180913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ASTROVITAL AI : VITALX CORE V1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D1761-7579-850A-8A80-CC9BA25DB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3574"/>
            <a:ext cx="9144000" cy="1170039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C8FF"/>
                </a:solidFill>
                <a:latin typeface="Bookman Old Style" panose="02050604050505020204" pitchFamily="18" charset="0"/>
              </a:rPr>
              <a:t>EDGE-DEPLOYED CDSS FOR ASTRONAUT HEALTH MONITORING</a:t>
            </a:r>
            <a:endParaRPr lang="en-IN" sz="3200" b="1" dirty="0">
              <a:solidFill>
                <a:srgbClr val="00C8FF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A39B8B-73BE-35D4-1718-8632EBC85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7" y="100781"/>
            <a:ext cx="1091379" cy="10987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3C3C5E-F55B-AD02-D854-C05FE174D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4" y="100781"/>
            <a:ext cx="1189702" cy="10987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5FE4C2-61B2-DA7C-E0FC-85F32BA573E3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97DDDC-42B1-805C-80AB-C3E5AF5F28BC}"/>
              </a:ext>
            </a:extLst>
          </p:cNvPr>
          <p:cNvSpPr/>
          <p:nvPr/>
        </p:nvSpPr>
        <p:spPr>
          <a:xfrm>
            <a:off x="11336594" y="6390968"/>
            <a:ext cx="639096" cy="3662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C0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7264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4691-6B3C-68F8-AD93-58331E3D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D3EC2C-CC8F-910A-EBD4-543B86225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837D97-6F5A-CF19-8AC8-5D8D08D3D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806" y="1196743"/>
            <a:ext cx="8898194" cy="79920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VITALX CORE V1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DA693-A6EB-25DC-022E-AB218C835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36723"/>
            <a:ext cx="9144000" cy="2753032"/>
          </a:xfrm>
        </p:spPr>
        <p:txBody>
          <a:bodyPr>
            <a:normAutofit lnSpcReduction="10000"/>
          </a:bodyPr>
          <a:lstStyle/>
          <a:p>
            <a:r>
              <a:rPr lang="en-GB" sz="2800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“Because Every Heartbeat In Space Matters.”</a:t>
            </a:r>
          </a:p>
          <a:p>
            <a:endParaRPr lang="en-GB" sz="2800" b="1" dirty="0">
              <a:solidFill>
                <a:srgbClr val="FFC000"/>
              </a:solidFill>
              <a:latin typeface="Bookman Old Style" panose="02050604050505020204" pitchFamily="18" charset="0"/>
            </a:endParaRPr>
          </a:p>
          <a:p>
            <a:r>
              <a:rPr lang="en-GB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Developer – </a:t>
            </a:r>
            <a:r>
              <a:rPr lang="en-GB" b="1" dirty="0" err="1">
                <a:solidFill>
                  <a:srgbClr val="FFC000"/>
                </a:solidFill>
                <a:latin typeface="Bookman Old Style" panose="02050604050505020204" pitchFamily="18" charset="0"/>
              </a:rPr>
              <a:t>Gouragopal</a:t>
            </a:r>
            <a:r>
              <a:rPr lang="en-GB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 Mohapatra,    </a:t>
            </a:r>
          </a:p>
          <a:p>
            <a:r>
              <a:rPr lang="en-GB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                     Independent Researcher</a:t>
            </a:r>
          </a:p>
          <a:p>
            <a:endParaRPr lang="en-GB" b="1" dirty="0">
              <a:solidFill>
                <a:srgbClr val="FFC000"/>
              </a:solidFill>
              <a:latin typeface="Bookman Old Style" panose="02050604050505020204" pitchFamily="18" charset="0"/>
            </a:endParaRPr>
          </a:p>
          <a:p>
            <a:r>
              <a:rPr lang="en-IN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Date – May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7BDCF-1BD4-5083-975E-3900ED38A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E5877E-DCBD-B25D-2C6E-6B7DE9ABC370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84702C-A8EE-6BEC-BA2F-9CDF8E2DC5C4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02</a:t>
            </a:r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39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DFCBC-845D-A8A9-759A-30831DA8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1D0969-6948-AD9C-8DD3-C4936D7B2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DAEFF2-C424-D663-F041-C87DEC72A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2723"/>
            <a:ext cx="3834581" cy="648929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</a:rPr>
              <a:t>THE PROBLEM: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ADFFB-FF15-81A4-B6D1-EF311CE08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19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Mars signal delay — 24 minutes one way 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6 health threats — cardiovascular, bone, muscle, sleep, immune, radiation </a:t>
            </a:r>
          </a:p>
          <a:p>
            <a:pPr algn="just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Current systems— reactive, not predictive </a:t>
            </a:r>
          </a:p>
          <a:p>
            <a:pPr algn="just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No hospital exists in deep space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29C0C-B1E1-29E4-F5C1-68D153898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788CC3-3950-ED8E-56D1-B0526E26C57C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18AF81-6CC3-3011-ACBE-255FD1DB5DB7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03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2E4750-F2FF-1238-E2E0-A3CF72F8B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826" y="1850155"/>
            <a:ext cx="5375444" cy="339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9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058D-02B4-F826-5A76-26D66CCA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9583AE-8F69-D4B5-CEE8-3353B5EAC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C4E57-A2D3-4BC8-1689-D23B7EE76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5911"/>
            <a:ext cx="4640826" cy="604683"/>
          </a:xfrm>
        </p:spPr>
        <p:txBody>
          <a:bodyPr>
            <a:normAutofit fontScale="90000"/>
          </a:bodyPr>
          <a:lstStyle/>
          <a:p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</a:rPr>
              <a:t>THE RESEARCH GAP: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8B575-2EC5-9213-5465-4ADBAED8B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19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CDSS for space proposed — 2014, never built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Digital Twin concept — 2010, never implemented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12 years of theory — zero working system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VITALX CORE V1 bridges this gap — May 2026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CC562-880D-3E43-B56D-1D26D5B53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85CAE5-ECEF-6576-ED2D-16A273C0C727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4EB254-68FD-833D-4BDB-67EE4CDC7F7C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04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8A46F-4F89-8F45-D39C-31B3A2B61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039" y="1809136"/>
            <a:ext cx="5692877" cy="336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5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AD20-2BC8-1571-03AE-522540EE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1D7C7-0F15-A70D-8D61-FF7D314E9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7CAFB4-3A89-5399-110C-2CE3707B0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5911"/>
            <a:ext cx="6086168" cy="742334"/>
          </a:xfrm>
        </p:spPr>
        <p:txBody>
          <a:bodyPr>
            <a:normAutofit fontScale="90000"/>
          </a:bodyPr>
          <a:lstStyle/>
          <a:p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</a:rPr>
              <a:t>LITERATURE FOUNDATION: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54212-DCF3-9CF3-DCC1-D6A3C7E92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</a:t>
            </a:r>
            <a:r>
              <a:rPr lang="en-GB" dirty="0">
                <a:solidFill>
                  <a:srgbClr val="00C8FF"/>
                </a:solidFill>
              </a:rPr>
              <a:t>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12 research papers reviewed &amp; analysed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4 recurring limitation categories identified 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Gap analysis methodology applied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Foundation for VITALX design decisions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EB10D-CE3D-8B53-3CAA-25B26A65A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F017D8-4281-BBC5-4F59-4722E07C4DB0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ADC524-E9EE-C807-CBA7-EEE19FE37423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05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C81FFE-D9E9-2C54-2E50-928373C9A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09136"/>
            <a:ext cx="5338916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492F-2F5A-C89A-97EE-3A835258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4A70B1-BF54-E224-59EF-B2E718D5E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8DF82C-0BAB-623A-4B20-0B420D1C3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</a:t>
            </a:r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OLUTION – VITALX CORE V1: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13D50-F2B2-0DFA-30E5-098954862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</a:t>
            </a:r>
            <a:r>
              <a:rPr lang="en-GB" dirty="0">
                <a:solidFill>
                  <a:srgbClr val="00C8FF"/>
                </a:solidFill>
              </a:rPr>
              <a:t>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Edge-deployed — zero cloud dependency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White-Box AI — fully interpretable decisions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3-innovation pipeline architecture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Real-time astronaut health monitoring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98D90-C9EE-5B20-A898-3E508B2D2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F94A30-B015-6C1F-E807-4761073630E2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CCF915B-3A96-A702-BA8E-6DBD4845D187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06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2A46B-2A5A-8E7D-84FF-577F42C99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542" y="1809136"/>
            <a:ext cx="5605616" cy="338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4F41-C090-B218-DEFF-EC83DBE0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812573-6323-A9DA-801C-1D34F0507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DD374-D2DE-86CF-F3BF-F36DE8646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INNOVATION 3 – SENSOR DRIFT CORRECTION</a:t>
            </a:r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9716B-5E08-2819-0BEF-0CBF79432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</a:t>
            </a:r>
            <a:r>
              <a:rPr lang="en-GB" dirty="0">
                <a:solidFill>
                  <a:srgbClr val="00C8FF"/>
                </a:solidFill>
              </a:rPr>
              <a:t>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Problem — sensors drift in microgravity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Algorithm — Multivariate Regression + Random Forest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Result — R² = 0.823 achieved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Clean signal restored for downstream processing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46C47-5A7D-4548-51EC-720440F99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2C6134-CE07-AD60-A49D-AB9501F0308F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F94A8B-D7F5-8299-A42F-B85188A0944D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07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F326BF-1346-B5E1-2019-90CE8E5F8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033" y="1676400"/>
            <a:ext cx="5545394" cy="372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5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BCE6-9B86-A365-997A-18553B68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8F3EC2-E8A2-BB3F-FDE0-C16DBC021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3BA7D8-9696-F3C3-44C1-43ECD7A71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INNOVATION 6 – BIOMARKER DISCOVERY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44D2F-E57E-1D64-BEBB-D62DA7175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</a:t>
            </a:r>
            <a:r>
              <a:rPr lang="en-GB" dirty="0">
                <a:solidFill>
                  <a:srgbClr val="00C8FF"/>
                </a:solidFill>
              </a:rPr>
              <a:t>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Random Forest feature importance used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Top biomarkers for space health identified 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Reduces noise — focuses on critical signals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Feeds directly into Edge CDSS (Innovation 1)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1E87A-1589-15B0-C87D-6932CAC70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A6D6AB-37D7-2F2F-A8C1-9C2D94E5372D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7ECEFE-E736-4062-AD4C-B8E0C54DF97C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08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1B691E-BA23-AAB1-1F27-9A36C49E3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581" y="1883223"/>
            <a:ext cx="6076335" cy="310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9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0D05-0CBE-722C-1811-EE340183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F7BB1-4DD0-81CE-4122-6CB1BF787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F02C51-FEB9-A8CD-B53A-39B4592C0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INNOVATION 1 – EDGE CDSS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AD92B-0399-1786-2EC6-97A390CDE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</a:t>
            </a:r>
            <a:r>
              <a:rPr lang="en-GB" dirty="0">
                <a:solidFill>
                  <a:srgbClr val="00C8FF"/>
                </a:solidFill>
              </a:rPr>
              <a:t>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Algorithm — Decision Tree + Random Forest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Threshold tuned to 0.27 for RED class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s-ES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RED </a:t>
            </a:r>
            <a:r>
              <a:rPr lang="es-ES" dirty="0" err="1">
                <a:solidFill>
                  <a:srgbClr val="00C8FF"/>
                </a:solidFill>
                <a:latin typeface="Franklin Gothic Demi Cond" panose="020B0706030402020204" pitchFamily="34" charset="0"/>
              </a:rPr>
              <a:t>recall</a:t>
            </a:r>
            <a:r>
              <a:rPr lang="es-ES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</a:t>
            </a:r>
            <a:r>
              <a:rPr lang="es-ES" dirty="0" err="1">
                <a:solidFill>
                  <a:srgbClr val="00C8FF"/>
                </a:solidFill>
                <a:latin typeface="Franklin Gothic Demi Cond" panose="020B0706030402020204" pitchFamily="34" charset="0"/>
              </a:rPr>
              <a:t>improved</a:t>
            </a:r>
            <a:r>
              <a:rPr lang="es-ES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— 10% → 81.48%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No internet required — fully offline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3E2116-812C-2240-25D6-A181589E9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AE60E5-F8E2-AE43-B1F3-7CEB60D10E52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DA7778-14F5-3AFE-7A50-9CA0A591F20D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09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34E368-68F1-6FBC-442C-08B1AFB55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232" y="1991031"/>
            <a:ext cx="6162368" cy="264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0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D2B35-B9DB-8553-DD2A-27AAEC20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1574F0-8852-364D-0D48-000C47C70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88DC0B-1DD5-FF15-62B6-15305A224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MODEL PERFORMANCE RESULTS: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781A1-EB02-04D1-D521-02C324958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94156"/>
            <a:ext cx="3834581" cy="2236838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Overall Accuracy — 85.25%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RED Class Recall — 81.48%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Macro F1 Score — 78.65%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Critical alerts — reliably detected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84F9B7-CA5A-09C9-5480-8F05BBC7A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C27A68-EB84-1547-A58E-413EAAEBC835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3D4CD5-7B9F-2B76-6469-257428FDDFAE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10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42FB31-7B50-AF24-F70F-C1610E9E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809137"/>
            <a:ext cx="5534913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7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B50E8-8CAA-A3B1-6B14-1E557C9E4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0802C6-BA85-518C-AD36-40EB4EE61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2B3B7-339F-CB97-84AB-8BE304EB7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ARTEMIS </a:t>
            </a:r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II MISSION SIMULATION: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47C96-8F04-390E-655C-A2DEEF013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4 crew members simulated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Real Artemis II mission scenario used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CDSS generated live health decisions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System performed under mission conditions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9F582-CE0C-A3E6-072A-F0AC528AA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D9E09B-B059-9E6D-D676-96D59B4A9D33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F2E547-38B4-9959-F740-AF6E9E8AB365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11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422B9-E89B-D6A8-10E4-57CC3A567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232" y="1809135"/>
            <a:ext cx="5938684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7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C01B-122A-2FA6-E81A-058E91F8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F8C309-44C6-8B9A-2DAC-69692E0E0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3C78F1-8E41-17EB-C2A2-4C1D3557C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CURUNT LIMITATIONS: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AD268-BA9B-D289-07EE-AA15027AF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Dataset is synthetic — not real astronaut data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RED class precision — 56% (needs improvement)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Real sensor hardware not yet tested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V1.5 (OMNISENITEL) &amp; V2 (</a:t>
            </a:r>
            <a:r>
              <a:rPr lang="en-GB" dirty="0" err="1">
                <a:solidFill>
                  <a:srgbClr val="00C8FF"/>
                </a:solidFill>
                <a:latin typeface="Franklin Gothic Demi Cond" panose="020B0706030402020204" pitchFamily="34" charset="0"/>
              </a:rPr>
              <a:t>NeuralBeat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) will address these gaps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07DC4-C997-655C-C428-D298DBAE7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973FED-49BC-0B2A-B482-6F12EAB812B4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4FF496-C402-5E38-AFBD-FACEFA8DA4C9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12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F7B391-55DA-1508-C3A1-9574CA95E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174" y="1740476"/>
            <a:ext cx="5270090" cy="379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3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5E8E-0FB9-78A0-DE09-FC0C7C22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C90645-1F86-8A02-FBF9-C61C64A39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DEFE1B-FC7E-4FE4-A235-B19A50D14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1690" y="825911"/>
            <a:ext cx="6096000" cy="742334"/>
          </a:xfrm>
        </p:spPr>
        <p:txBody>
          <a:bodyPr>
            <a:normAutofit fontScale="90000"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ASTROVITAL AI – MULTI VERSION ROADMAP: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D38F0-1D6B-39AE-226C-C2C3C010B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989485-4688-35E3-7407-F72507E4F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975B68-DCB2-85EC-80E1-764BF057F531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A9A50E-C5E7-0FF2-00D4-1EE6EBFDFE49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13</a:t>
            </a:r>
            <a:endParaRPr lang="en-IN" dirty="0">
              <a:solidFill>
                <a:srgbClr val="FFC000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C787427-44F6-50E9-0892-70B0A5E85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8092072"/>
              </p:ext>
            </p:extLst>
          </p:nvPr>
        </p:nvGraphicFramePr>
        <p:xfrm>
          <a:off x="1415845" y="1809137"/>
          <a:ext cx="8858865" cy="3480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1557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443E-1BE0-BAA3-89EA-AC6A2E54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34A078-3984-B654-3392-76A480894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D56C7E-F43D-C413-FD5D-D4B7C064B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25911"/>
            <a:ext cx="6499123" cy="742334"/>
          </a:xfrm>
        </p:spPr>
        <p:txBody>
          <a:bodyPr>
            <a:normAutofit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RESEARCH CONTRIBUTION: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5F85D-96A1-06BC-04B9-56FA92A3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6"/>
            <a:ext cx="3834581" cy="348062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C000"/>
                </a:solidFill>
              </a:rPr>
              <a:t>◆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First working edge-deployed space CDSS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 </a:t>
            </a:r>
            <a:r>
              <a:rPr lang="en-GB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12-year implementation gap — now bridged</a:t>
            </a: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White-Box AI — explainable &amp; trustworthy</a:t>
            </a:r>
            <a:endParaRPr lang="en-GB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en-GB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IN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Target journal — Acta </a:t>
            </a:r>
            <a:r>
              <a:rPr lang="en-IN" dirty="0" err="1">
                <a:solidFill>
                  <a:srgbClr val="00C8FF"/>
                </a:solidFill>
                <a:latin typeface="Franklin Gothic Demi Cond" panose="020B0706030402020204" pitchFamily="34" charset="0"/>
              </a:rPr>
              <a:t>Astronautica</a:t>
            </a:r>
            <a:endParaRPr lang="en-IN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9BBCC-E13C-DCDD-CD65-642E49316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5921C6-C65C-0FEF-20F6-D0B449CB31F5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9ABB66-B7CD-B655-4FFC-72F0EF4FC42A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14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9C912B-3988-20E8-AC38-C58AF35281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743" y="1907458"/>
            <a:ext cx="5289756" cy="32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15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F51-585E-9266-5B06-3E84B8FD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D87F45-E083-4FC4-AE62-B677E8057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AD7B52-2856-4C95-5D17-F8AB4FD86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6594" y="825911"/>
            <a:ext cx="4306528" cy="742334"/>
          </a:xfrm>
        </p:spPr>
        <p:txBody>
          <a:bodyPr>
            <a:normAutofit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CONCLUSION:</a:t>
            </a:r>
            <a:endParaRPr lang="en-IN" sz="32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E6D48-E89C-D9C1-40BD-5BAEC4309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0" y="2123768"/>
            <a:ext cx="8042787" cy="2133600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rgbClr val="FFC000"/>
                </a:solidFill>
              </a:rPr>
              <a:t>◆ </a:t>
            </a:r>
            <a:r>
              <a:rPr lang="en-GB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Problem — no predictive health system in space</a:t>
            </a:r>
          </a:p>
          <a:p>
            <a:pPr algn="l"/>
            <a:r>
              <a:rPr lang="en-GB" sz="2800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Solution — VITALX CORE V1, edge-deployed CDSS</a:t>
            </a:r>
          </a:p>
          <a:p>
            <a:pPr algn="l"/>
            <a:r>
              <a:rPr lang="en-GB" sz="2800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Result — 85.25% accuracy, RED recall 81.48%</a:t>
            </a:r>
          </a:p>
          <a:p>
            <a:pPr algn="l"/>
            <a:r>
              <a:rPr lang="en-GB" sz="2800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 </a:t>
            </a:r>
            <a:r>
              <a:rPr lang="en-GB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Mission — protect every astronaut, every heartbeat</a:t>
            </a:r>
            <a:endParaRPr lang="en-IN" sz="2800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FD9A1-05D4-9CAA-EA00-773FAAFD0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5DA1A3-C699-7C2C-6051-319F46391CD9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5169A8-28C5-6E13-AD8A-E7BEFD3BBB86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15</a:t>
            </a:r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38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6311-74B3-509A-376A-F8401A73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8701C-F9B4-86CE-E808-74CB08289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D8CC3-28DD-5B3F-0346-58CCA1D5B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6594" y="825911"/>
            <a:ext cx="4306528" cy="742334"/>
          </a:xfrm>
        </p:spPr>
        <p:txBody>
          <a:bodyPr>
            <a:normAutofit/>
          </a:bodyPr>
          <a:lstStyle/>
          <a:p>
            <a:r>
              <a:rPr lang="en-GB" sz="3600" b="1" u="sng" dirty="0">
                <a:solidFill>
                  <a:srgbClr val="FFC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THANK YOU</a:t>
            </a:r>
            <a:endParaRPr lang="en-IN" sz="3600" b="1" u="sng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85849-F9CD-4C32-A667-0526E8D67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0" y="2123766"/>
            <a:ext cx="8042787" cy="3126659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◆ </a:t>
            </a:r>
            <a:r>
              <a:rPr lang="en-GB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Because Every Heartbeat In Space Matters. </a:t>
            </a:r>
            <a:r>
              <a:rPr lang="en-GB" sz="2800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◆</a:t>
            </a:r>
          </a:p>
          <a:p>
            <a:r>
              <a:rPr lang="en-GB" sz="2800" b="1" dirty="0">
                <a:solidFill>
                  <a:srgbClr val="FFC000"/>
                </a:solidFill>
                <a:latin typeface="Franklin Gothic Demi Cond" panose="020B0706030402020204" pitchFamily="34" charset="0"/>
              </a:rPr>
              <a:t>  </a:t>
            </a:r>
          </a:p>
          <a:p>
            <a:r>
              <a:rPr lang="en-GB" sz="2800" b="1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</a:t>
            </a:r>
            <a:r>
              <a:rPr lang="en-GB" sz="2800" dirty="0">
                <a:solidFill>
                  <a:srgbClr val="FFC000"/>
                </a:solidFill>
              </a:rPr>
              <a:t>◆ </a:t>
            </a:r>
            <a:r>
              <a:rPr lang="en-GB" sz="2800" b="1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VITALX CORE V1 – THE 1</a:t>
            </a:r>
            <a:r>
              <a:rPr lang="en-GB" sz="2800" b="1" baseline="300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ST</a:t>
            </a:r>
            <a:r>
              <a:rPr lang="en-GB" sz="2800" b="1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PRODUCT OF ASTROVITAL AI </a:t>
            </a:r>
            <a:r>
              <a:rPr lang="en-GB" sz="2800" dirty="0">
                <a:solidFill>
                  <a:srgbClr val="FFC000"/>
                </a:solidFill>
              </a:rPr>
              <a:t>◆</a:t>
            </a:r>
            <a:endParaRPr lang="en-GB" sz="2800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endParaRPr lang="en-GB" sz="2800" b="1" dirty="0">
              <a:solidFill>
                <a:srgbClr val="FFC000"/>
              </a:solidFill>
              <a:latin typeface="Franklin Gothic Demi Cond" panose="020B0706030402020204" pitchFamily="34" charset="0"/>
            </a:endParaRPr>
          </a:p>
          <a:p>
            <a:r>
              <a:rPr lang="en-IN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</a:t>
            </a:r>
            <a:r>
              <a:rPr lang="en-GB" sz="2800" dirty="0">
                <a:solidFill>
                  <a:srgbClr val="FFC000"/>
                </a:solidFill>
              </a:rPr>
              <a:t>◆ </a:t>
            </a:r>
            <a:r>
              <a:rPr lang="en-IN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Developer: </a:t>
            </a:r>
            <a:r>
              <a:rPr lang="en-IN" sz="2800" dirty="0" err="1">
                <a:solidFill>
                  <a:srgbClr val="00C8FF"/>
                </a:solidFill>
                <a:latin typeface="Franklin Gothic Demi Cond" panose="020B0706030402020204" pitchFamily="34" charset="0"/>
              </a:rPr>
              <a:t>Gouragopal</a:t>
            </a:r>
            <a:r>
              <a:rPr lang="en-IN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 Mohapatra</a:t>
            </a:r>
            <a:r>
              <a:rPr lang="en-GB" sz="2800" dirty="0">
                <a:solidFill>
                  <a:srgbClr val="FFC000"/>
                </a:solidFill>
              </a:rPr>
              <a:t> ◆</a:t>
            </a:r>
            <a:endParaRPr lang="en-IN" sz="2800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endParaRPr lang="en-IN" sz="2800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  <a:p>
            <a:r>
              <a:rPr lang="en-GB" sz="2800" dirty="0">
                <a:solidFill>
                  <a:srgbClr val="FFC000"/>
                </a:solidFill>
              </a:rPr>
              <a:t>◆ </a:t>
            </a:r>
            <a:r>
              <a:rPr lang="en-IN" sz="2800" dirty="0">
                <a:solidFill>
                  <a:srgbClr val="00C8FF"/>
                </a:solidFill>
                <a:latin typeface="Franklin Gothic Demi Cond" panose="020B0706030402020204" pitchFamily="34" charset="0"/>
              </a:rPr>
              <a:t>© 2026 ASTROVITAL AI — All Rights Reserved</a:t>
            </a:r>
            <a:r>
              <a:rPr lang="en-GB" sz="2800" dirty="0">
                <a:solidFill>
                  <a:srgbClr val="FFC000"/>
                </a:solidFill>
              </a:rPr>
              <a:t> ◆</a:t>
            </a:r>
            <a:endParaRPr lang="en-IN" sz="2800" b="1" dirty="0">
              <a:solidFill>
                <a:srgbClr val="00C8FF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960513-B441-3BB4-328C-7EED60ACB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76" y="110613"/>
            <a:ext cx="1125447" cy="10861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51B98D-6A62-068B-3775-7EE4E01E5705}"/>
              </a:ext>
            </a:extLst>
          </p:cNvPr>
          <p:cNvSpPr/>
          <p:nvPr/>
        </p:nvSpPr>
        <p:spPr>
          <a:xfrm>
            <a:off x="3421625" y="5781368"/>
            <a:ext cx="5289756" cy="6980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C000"/>
                </a:solidFill>
              </a:rPr>
              <a:t>© 2026 </a:t>
            </a:r>
            <a:r>
              <a:rPr lang="en-GB" b="1" dirty="0" err="1">
                <a:solidFill>
                  <a:srgbClr val="FFC000"/>
                </a:solidFill>
              </a:rPr>
              <a:t>Gouragopal</a:t>
            </a:r>
            <a:r>
              <a:rPr lang="en-GB" b="1" dirty="0">
                <a:solidFill>
                  <a:srgbClr val="FFC000"/>
                </a:solidFill>
              </a:rPr>
              <a:t> Mohapatra — All Rights Reserved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C608E9-9151-4295-0ED6-18ABF9C178F8}"/>
              </a:ext>
            </a:extLst>
          </p:cNvPr>
          <p:cNvSpPr/>
          <p:nvPr/>
        </p:nvSpPr>
        <p:spPr>
          <a:xfrm>
            <a:off x="11434916" y="6361471"/>
            <a:ext cx="604684" cy="36379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16</a:t>
            </a:r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75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685</Words>
  <Application>Microsoft Office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Bookman Old Style</vt:lpstr>
      <vt:lpstr>Calibri</vt:lpstr>
      <vt:lpstr>Calibri Light</vt:lpstr>
      <vt:lpstr>Franklin Gothic Demi Cond</vt:lpstr>
      <vt:lpstr>Times New Roman</vt:lpstr>
      <vt:lpstr>Office Theme</vt:lpstr>
      <vt:lpstr>ASTROVITAL AI : VITALX CORE V1</vt:lpstr>
      <vt:lpstr>VITALX CORE V1</vt:lpstr>
      <vt:lpstr>THE PROBLEM:</vt:lpstr>
      <vt:lpstr>THE RESEARCH GAP:</vt:lpstr>
      <vt:lpstr>LITERATURE FOUNDATION:</vt:lpstr>
      <vt:lpstr>SOLUTION – VITALX CORE V1:</vt:lpstr>
      <vt:lpstr>INNOVATION 3 – SENSOR DRIFT CORRECTION:</vt:lpstr>
      <vt:lpstr>INNOVATION 6 – BIOMARKER DISCOVERY</vt:lpstr>
      <vt:lpstr>INNOVATION 1 – EDGE CDSS</vt:lpstr>
      <vt:lpstr>MODEL PERFORMANCE RESULTS:</vt:lpstr>
      <vt:lpstr>ARTEMIS II MISSION SIMULATION:</vt:lpstr>
      <vt:lpstr>CURUNT LIMITATIONS:</vt:lpstr>
      <vt:lpstr>ASTROVITAL AI – MULTI VERSION ROADMAP:</vt:lpstr>
      <vt:lpstr>RESEARCH CONTRIBUTION: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GOURGOPAL MOHAPATRA</dc:creator>
  <cp:lastModifiedBy>GOURGOPAL MOHAPATRA</cp:lastModifiedBy>
  <cp:revision>1</cp:revision>
  <dcterms:created xsi:type="dcterms:W3CDTF">2026-05-06T14:37:38Z</dcterms:created>
  <dcterms:modified xsi:type="dcterms:W3CDTF">2026-05-06T19:28:19Z</dcterms:modified>
</cp:coreProperties>
</file>